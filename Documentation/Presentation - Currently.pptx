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93B"/>
    <a:srgbClr val="1118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4" y="1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am connell" userId="c7a93a6304890812" providerId="LiveId" clId="{8F574371-CE29-4F8F-A4ED-69E38A38FEF4}"/>
    <pc:docChg chg="undo custSel addSld delSld modSld modMainMaster">
      <pc:chgData name="liam connell" userId="c7a93a6304890812" providerId="LiveId" clId="{8F574371-CE29-4F8F-A4ED-69E38A38FEF4}" dt="2025-12-12T17:57:47.581" v="336" actId="207"/>
      <pc:docMkLst>
        <pc:docMk/>
      </pc:docMkLst>
      <pc:sldChg chg="addSp delSp modSp mod setBg">
        <pc:chgData name="liam connell" userId="c7a93a6304890812" providerId="LiveId" clId="{8F574371-CE29-4F8F-A4ED-69E38A38FEF4}" dt="2025-12-12T17:27:19.065" v="299" actId="6549"/>
        <pc:sldMkLst>
          <pc:docMk/>
          <pc:sldMk cId="3754077413" sldId="256"/>
        </pc:sldMkLst>
        <pc:spChg chg="mod">
          <ac:chgData name="liam connell" userId="c7a93a6304890812" providerId="LiveId" clId="{8F574371-CE29-4F8F-A4ED-69E38A38FEF4}" dt="2025-12-12T17:19:20.247" v="229" actId="26606"/>
          <ac:spMkLst>
            <pc:docMk/>
            <pc:sldMk cId="3754077413" sldId="256"/>
            <ac:spMk id="2" creationId="{C117330E-F925-C903-5F03-5396DEBD1829}"/>
          </ac:spMkLst>
        </pc:spChg>
        <pc:spChg chg="mod">
          <ac:chgData name="liam connell" userId="c7a93a6304890812" providerId="LiveId" clId="{8F574371-CE29-4F8F-A4ED-69E38A38FEF4}" dt="2025-12-12T17:27:19.065" v="299" actId="6549"/>
          <ac:spMkLst>
            <pc:docMk/>
            <pc:sldMk cId="3754077413" sldId="256"/>
            <ac:spMk id="3" creationId="{2FE13AE0-BE17-4C9B-44E8-A12F3E6AA971}"/>
          </ac:spMkLst>
        </pc:spChg>
        <pc:spChg chg="add">
          <ac:chgData name="liam connell" userId="c7a93a6304890812" providerId="LiveId" clId="{8F574371-CE29-4F8F-A4ED-69E38A38FEF4}" dt="2025-12-12T17:19:20.247" v="229" actId="26606"/>
          <ac:spMkLst>
            <pc:docMk/>
            <pc:sldMk cId="3754077413" sldId="256"/>
            <ac:spMk id="214" creationId="{2C1D3151-5F97-4860-B56C-C98BD62CC255}"/>
          </ac:spMkLst>
        </pc:spChg>
        <pc:spChg chg="add">
          <ac:chgData name="liam connell" userId="c7a93a6304890812" providerId="LiveId" clId="{8F574371-CE29-4F8F-A4ED-69E38A38FEF4}" dt="2025-12-12T17:19:20.247" v="229" actId="26606"/>
          <ac:spMkLst>
            <pc:docMk/>
            <pc:sldMk cId="3754077413" sldId="256"/>
            <ac:spMk id="218" creationId="{E16C8D8F-10E9-4498-ABDB-0F923F8B6837}"/>
          </ac:spMkLst>
        </pc:spChg>
        <pc:spChg chg="add">
          <ac:chgData name="liam connell" userId="c7a93a6304890812" providerId="LiveId" clId="{8F574371-CE29-4F8F-A4ED-69E38A38FEF4}" dt="2025-12-12T17:19:20.247" v="229" actId="26606"/>
          <ac:spMkLst>
            <pc:docMk/>
            <pc:sldMk cId="3754077413" sldId="256"/>
            <ac:spMk id="220" creationId="{4FB204DF-284E-45F6-A017-79A4DF57BCCB}"/>
          </ac:spMkLst>
        </pc:spChg>
        <pc:spChg chg="add">
          <ac:chgData name="liam connell" userId="c7a93a6304890812" providerId="LiveId" clId="{8F574371-CE29-4F8F-A4ED-69E38A38FEF4}" dt="2025-12-12T17:19:20.247" v="229" actId="26606"/>
          <ac:spMkLst>
            <pc:docMk/>
            <pc:sldMk cId="3754077413" sldId="256"/>
            <ac:spMk id="222" creationId="{5EC6B544-8C84-47A6-885D-A4F09EF5C0F7}"/>
          </ac:spMkLst>
        </pc:spChg>
        <pc:spChg chg="add">
          <ac:chgData name="liam connell" userId="c7a93a6304890812" providerId="LiveId" clId="{8F574371-CE29-4F8F-A4ED-69E38A38FEF4}" dt="2025-12-12T17:19:20.247" v="229" actId="26606"/>
          <ac:spMkLst>
            <pc:docMk/>
            <pc:sldMk cId="3754077413" sldId="256"/>
            <ac:spMk id="224" creationId="{1E5A83E3-8A11-4492-BB6E-F5F2240316FB}"/>
          </ac:spMkLst>
        </pc:spChg>
        <pc:spChg chg="add">
          <ac:chgData name="liam connell" userId="c7a93a6304890812" providerId="LiveId" clId="{8F574371-CE29-4F8F-A4ED-69E38A38FEF4}" dt="2025-12-12T17:19:20.247" v="229" actId="26606"/>
          <ac:spMkLst>
            <pc:docMk/>
            <pc:sldMk cId="3754077413" sldId="256"/>
            <ac:spMk id="228" creationId="{4D1A5E71-B6B6-486A-8CDC-C7ABD9B903F6}"/>
          </ac:spMkLst>
        </pc:spChg>
      </pc:sldChg>
      <pc:sldChg chg="addSp delSp modSp new mod setBg">
        <pc:chgData name="liam connell" userId="c7a93a6304890812" providerId="LiveId" clId="{8F574371-CE29-4F8F-A4ED-69E38A38FEF4}" dt="2025-12-12T17:57:47.581" v="336" actId="207"/>
        <pc:sldMkLst>
          <pc:docMk/>
          <pc:sldMk cId="196099179" sldId="257"/>
        </pc:sldMkLst>
        <pc:spChg chg="mod">
          <ac:chgData name="liam connell" userId="c7a93a6304890812" providerId="LiveId" clId="{8F574371-CE29-4F8F-A4ED-69E38A38FEF4}" dt="2025-12-12T17:57:38.685" v="335" actId="26606"/>
          <ac:spMkLst>
            <pc:docMk/>
            <pc:sldMk cId="196099179" sldId="257"/>
            <ac:spMk id="2" creationId="{4C72FB11-B0E2-D203-0C5A-9B5BEA01D8E7}"/>
          </ac:spMkLst>
        </pc:spChg>
        <pc:spChg chg="mod">
          <ac:chgData name="liam connell" userId="c7a93a6304890812" providerId="LiveId" clId="{8F574371-CE29-4F8F-A4ED-69E38A38FEF4}" dt="2025-12-12T17:57:47.581" v="336" actId="207"/>
          <ac:spMkLst>
            <pc:docMk/>
            <pc:sldMk cId="196099179" sldId="257"/>
            <ac:spMk id="3" creationId="{1B57F517-3600-5889-2799-CAC91A0B97FB}"/>
          </ac:spMkLst>
        </pc:spChg>
        <pc:spChg chg="add">
          <ac:chgData name="liam connell" userId="c7a93a6304890812" providerId="LiveId" clId="{8F574371-CE29-4F8F-A4ED-69E38A38FEF4}" dt="2025-12-12T17:57:38.685" v="335" actId="26606"/>
          <ac:spMkLst>
            <pc:docMk/>
            <pc:sldMk cId="196099179" sldId="257"/>
            <ac:spMk id="20" creationId="{3D752CF2-2291-40B5-B462-C17B174C10BC}"/>
          </ac:spMkLst>
        </pc:spChg>
        <pc:spChg chg="add">
          <ac:chgData name="liam connell" userId="c7a93a6304890812" providerId="LiveId" clId="{8F574371-CE29-4F8F-A4ED-69E38A38FEF4}" dt="2025-12-12T17:57:38.685" v="335" actId="26606"/>
          <ac:spMkLst>
            <pc:docMk/>
            <pc:sldMk cId="196099179" sldId="257"/>
            <ac:spMk id="21" creationId="{F94AA2BD-2E3F-4B1D-8127-5744B8115311}"/>
          </ac:spMkLst>
        </pc:spChg>
        <pc:spChg chg="add">
          <ac:chgData name="liam connell" userId="c7a93a6304890812" providerId="LiveId" clId="{8F574371-CE29-4F8F-A4ED-69E38A38FEF4}" dt="2025-12-12T17:57:38.685" v="335" actId="26606"/>
          <ac:spMkLst>
            <pc:docMk/>
            <pc:sldMk cId="196099179" sldId="257"/>
            <ac:spMk id="22" creationId="{4BD02261-2DC8-4AA8-9E16-7751AE892445}"/>
          </ac:spMkLst>
        </pc:spChg>
        <pc:picChg chg="add mod">
          <ac:chgData name="liam connell" userId="c7a93a6304890812" providerId="LiveId" clId="{8F574371-CE29-4F8F-A4ED-69E38A38FEF4}" dt="2025-12-12T17:57:38.685" v="335" actId="26606"/>
          <ac:picMkLst>
            <pc:docMk/>
            <pc:sldMk cId="196099179" sldId="257"/>
            <ac:picMk id="6" creationId="{3E4FA8BC-D1F7-9B35-C5A2-23CCE712CA68}"/>
          </ac:picMkLst>
        </pc:picChg>
      </pc:sldChg>
      <pc:sldChg chg="addSp delSp modSp new mod setBg">
        <pc:chgData name="liam connell" userId="c7a93a6304890812" providerId="LiveId" clId="{8F574371-CE29-4F8F-A4ED-69E38A38FEF4}" dt="2025-12-12T17:27:01.498" v="296" actId="113"/>
        <pc:sldMkLst>
          <pc:docMk/>
          <pc:sldMk cId="943088305" sldId="258"/>
        </pc:sldMkLst>
        <pc:spChg chg="mod">
          <ac:chgData name="liam connell" userId="c7a93a6304890812" providerId="LiveId" clId="{8F574371-CE29-4F8F-A4ED-69E38A38FEF4}" dt="2025-12-12T17:27:01.498" v="296" actId="113"/>
          <ac:spMkLst>
            <pc:docMk/>
            <pc:sldMk cId="943088305" sldId="258"/>
            <ac:spMk id="2" creationId="{35D0D22A-12FB-5CE9-E413-C914201262EB}"/>
          </ac:spMkLst>
        </pc:spChg>
        <pc:spChg chg="mod ord">
          <ac:chgData name="liam connell" userId="c7a93a6304890812" providerId="LiveId" clId="{8F574371-CE29-4F8F-A4ED-69E38A38FEF4}" dt="2025-12-12T17:25:23.159" v="293" actId="122"/>
          <ac:spMkLst>
            <pc:docMk/>
            <pc:sldMk cId="943088305" sldId="258"/>
            <ac:spMk id="3" creationId="{7EDC85EB-B051-6A00-F857-49D64A7920FC}"/>
          </ac:spMkLst>
        </pc:spChg>
        <pc:picChg chg="add mod ord">
          <ac:chgData name="liam connell" userId="c7a93a6304890812" providerId="LiveId" clId="{8F574371-CE29-4F8F-A4ED-69E38A38FEF4}" dt="2025-12-12T17:24:45.081" v="272" actId="688"/>
          <ac:picMkLst>
            <pc:docMk/>
            <pc:sldMk cId="943088305" sldId="258"/>
            <ac:picMk id="5" creationId="{F21E654D-E9C6-6D7F-C37E-211D63EAB8E7}"/>
          </ac:picMkLst>
        </pc:picChg>
        <pc:picChg chg="add mod">
          <ac:chgData name="liam connell" userId="c7a93a6304890812" providerId="LiveId" clId="{8F574371-CE29-4F8F-A4ED-69E38A38FEF4}" dt="2025-12-12T17:24:40.752" v="270" actId="688"/>
          <ac:picMkLst>
            <pc:docMk/>
            <pc:sldMk cId="943088305" sldId="258"/>
            <ac:picMk id="7" creationId="{D294C877-B242-73F9-C214-787198E6E377}"/>
          </ac:picMkLst>
        </pc:picChg>
        <pc:picChg chg="add mod ord">
          <ac:chgData name="liam connell" userId="c7a93a6304890812" providerId="LiveId" clId="{8F574371-CE29-4F8F-A4ED-69E38A38FEF4}" dt="2025-12-12T17:24:38.360" v="269" actId="688"/>
          <ac:picMkLst>
            <pc:docMk/>
            <pc:sldMk cId="943088305" sldId="258"/>
            <ac:picMk id="9" creationId="{3A2EC0F5-8599-4210-2921-F56C3C783B8F}"/>
          </ac:picMkLst>
        </pc:picChg>
        <pc:picChg chg="add mod ord">
          <ac:chgData name="liam connell" userId="c7a93a6304890812" providerId="LiveId" clId="{8F574371-CE29-4F8F-A4ED-69E38A38FEF4}" dt="2025-12-12T17:24:42.950" v="271" actId="688"/>
          <ac:picMkLst>
            <pc:docMk/>
            <pc:sldMk cId="943088305" sldId="258"/>
            <ac:picMk id="11" creationId="{486332EA-DFEA-0CF8-D77F-86573CFD222D}"/>
          </ac:picMkLst>
        </pc:picChg>
        <pc:picChg chg="add mod ord">
          <ac:chgData name="liam connell" userId="c7a93a6304890812" providerId="LiveId" clId="{8F574371-CE29-4F8F-A4ED-69E38A38FEF4}" dt="2025-12-12T17:24:47.039" v="273" actId="688"/>
          <ac:picMkLst>
            <pc:docMk/>
            <pc:sldMk cId="943088305" sldId="258"/>
            <ac:picMk id="13" creationId="{1991A46F-6E52-ADD2-80D3-CE5618344396}"/>
          </ac:picMkLst>
        </pc:picChg>
        <pc:picChg chg="add mod">
          <ac:chgData name="liam connell" userId="c7a93a6304890812" providerId="LiveId" clId="{8F574371-CE29-4F8F-A4ED-69E38A38FEF4}" dt="2025-12-12T17:24:07.687" v="261" actId="26606"/>
          <ac:picMkLst>
            <pc:docMk/>
            <pc:sldMk cId="943088305" sldId="258"/>
            <ac:picMk id="15" creationId="{710B5DC1-A33D-74CD-AB47-AE44CC6C9D5E}"/>
          </ac:picMkLst>
        </pc:picChg>
        <pc:cxnChg chg="add">
          <ac:chgData name="liam connell" userId="c7a93a6304890812" providerId="LiveId" clId="{8F574371-CE29-4F8F-A4ED-69E38A38FEF4}" dt="2025-12-12T17:24:07.687" v="261" actId="26606"/>
          <ac:cxnSpMkLst>
            <pc:docMk/>
            <pc:sldMk cId="943088305" sldId="258"/>
            <ac:cxnSpMk id="23" creationId="{822A5670-0F7B-4199-AEAB-33FBA9CEA44D}"/>
          </ac:cxnSpMkLst>
        </pc:cxnChg>
        <pc:cxnChg chg="add">
          <ac:chgData name="liam connell" userId="c7a93a6304890812" providerId="LiveId" clId="{8F574371-CE29-4F8F-A4ED-69E38A38FEF4}" dt="2025-12-12T17:24:07.687" v="261" actId="26606"/>
          <ac:cxnSpMkLst>
            <pc:docMk/>
            <pc:sldMk cId="943088305" sldId="258"/>
            <ac:cxnSpMk id="24" creationId="{882DD753-EA38-4E86-91FB-05041A44A28E}"/>
          </ac:cxnSpMkLst>
        </pc:cxnChg>
      </pc:sldChg>
      <pc:sldChg chg="addSp delSp modSp new mod setBg">
        <pc:chgData name="liam connell" userId="c7a93a6304890812" providerId="LiveId" clId="{8F574371-CE29-4F8F-A4ED-69E38A38FEF4}" dt="2025-12-12T17:26:01.404" v="295" actId="113"/>
        <pc:sldMkLst>
          <pc:docMk/>
          <pc:sldMk cId="366056163" sldId="259"/>
        </pc:sldMkLst>
        <pc:spChg chg="mod">
          <ac:chgData name="liam connell" userId="c7a93a6304890812" providerId="LiveId" clId="{8F574371-CE29-4F8F-A4ED-69E38A38FEF4}" dt="2025-12-12T17:26:01.404" v="295" actId="113"/>
          <ac:spMkLst>
            <pc:docMk/>
            <pc:sldMk cId="366056163" sldId="259"/>
            <ac:spMk id="2" creationId="{77D2149A-1606-6062-D5AE-E91922FE67BE}"/>
          </ac:spMkLst>
        </pc:spChg>
        <pc:spChg chg="add">
          <ac:chgData name="liam connell" userId="c7a93a6304890812" providerId="LiveId" clId="{8F574371-CE29-4F8F-A4ED-69E38A38FEF4}" dt="2025-12-12T17:25:41.958" v="294" actId="26606"/>
          <ac:spMkLst>
            <pc:docMk/>
            <pc:sldMk cId="366056163" sldId="259"/>
            <ac:spMk id="9" creationId="{0C541B88-1AE9-40C3-AFD5-967787C1979F}"/>
          </ac:spMkLst>
        </pc:spChg>
        <pc:spChg chg="add">
          <ac:chgData name="liam connell" userId="c7a93a6304890812" providerId="LiveId" clId="{8F574371-CE29-4F8F-A4ED-69E38A38FEF4}" dt="2025-12-12T17:25:41.958" v="294" actId="26606"/>
          <ac:spMkLst>
            <pc:docMk/>
            <pc:sldMk cId="366056163" sldId="259"/>
            <ac:spMk id="11" creationId="{E5F17139-31EE-46AC-B04F-DBBD852DD6CB}"/>
          </ac:spMkLst>
        </pc:spChg>
        <pc:spChg chg="add">
          <ac:chgData name="liam connell" userId="c7a93a6304890812" providerId="LiveId" clId="{8F574371-CE29-4F8F-A4ED-69E38A38FEF4}" dt="2025-12-12T17:25:41.958" v="294" actId="26606"/>
          <ac:spMkLst>
            <pc:docMk/>
            <pc:sldMk cId="366056163" sldId="259"/>
            <ac:spMk id="17" creationId="{89D16701-DA76-4F72-BB63-E2C3FFBDFE0F}"/>
          </ac:spMkLst>
        </pc:spChg>
        <pc:spChg chg="add">
          <ac:chgData name="liam connell" userId="c7a93a6304890812" providerId="LiveId" clId="{8F574371-CE29-4F8F-A4ED-69E38A38FEF4}" dt="2025-12-12T17:25:41.958" v="294" actId="26606"/>
          <ac:spMkLst>
            <pc:docMk/>
            <pc:sldMk cId="366056163" sldId="259"/>
            <ac:spMk id="19" creationId="{1CC28BE1-9DC6-43FE-9582-39F091098D77}"/>
          </ac:spMkLst>
        </pc:spChg>
        <pc:grpChg chg="add">
          <ac:chgData name="liam connell" userId="c7a93a6304890812" providerId="LiveId" clId="{8F574371-CE29-4F8F-A4ED-69E38A38FEF4}" dt="2025-12-12T17:25:41.958" v="294" actId="26606"/>
          <ac:grpSpMkLst>
            <pc:docMk/>
            <pc:sldMk cId="366056163" sldId="259"/>
            <ac:grpSpMk id="13" creationId="{7CF625D3-71A3-4F30-A096-8EF334E959D0}"/>
          </ac:grpSpMkLst>
        </pc:grpChg>
        <pc:grpChg chg="add">
          <ac:chgData name="liam connell" userId="c7a93a6304890812" providerId="LiveId" clId="{8F574371-CE29-4F8F-A4ED-69E38A38FEF4}" dt="2025-12-12T17:25:41.958" v="294" actId="26606"/>
          <ac:grpSpMkLst>
            <pc:docMk/>
            <pc:sldMk cId="366056163" sldId="259"/>
            <ac:grpSpMk id="21" creationId="{AF9AF3F3-CE0C-4125-BDD7-346487FA0B40}"/>
          </ac:grpSpMkLst>
        </pc:grpChg>
        <pc:graphicFrameChg chg="add">
          <ac:chgData name="liam connell" userId="c7a93a6304890812" providerId="LiveId" clId="{8F574371-CE29-4F8F-A4ED-69E38A38FEF4}" dt="2025-12-12T17:25:41.958" v="294" actId="26606"/>
          <ac:graphicFrameMkLst>
            <pc:docMk/>
            <pc:sldMk cId="366056163" sldId="259"/>
            <ac:graphicFrameMk id="5" creationId="{DAECFC7F-409C-F87F-F257-7BCD1C043C7F}"/>
          </ac:graphicFrameMkLst>
        </pc:graphicFrameChg>
      </pc:sldChg>
      <pc:sldChg chg="addSp delSp modSp new mod">
        <pc:chgData name="liam connell" userId="c7a93a6304890812" providerId="LiveId" clId="{8F574371-CE29-4F8F-A4ED-69E38A38FEF4}" dt="2025-12-12T17:29:15.719" v="320" actId="113"/>
        <pc:sldMkLst>
          <pc:docMk/>
          <pc:sldMk cId="1963910083" sldId="261"/>
        </pc:sldMkLst>
        <pc:spChg chg="mod">
          <ac:chgData name="liam connell" userId="c7a93a6304890812" providerId="LiveId" clId="{8F574371-CE29-4F8F-A4ED-69E38A38FEF4}" dt="2025-12-12T17:29:15.719" v="320" actId="113"/>
          <ac:spMkLst>
            <pc:docMk/>
            <pc:sldMk cId="1963910083" sldId="261"/>
            <ac:spMk id="2" creationId="{47BD2865-9FD4-3519-F870-ECAE73D510BF}"/>
          </ac:spMkLst>
        </pc:spChg>
        <pc:graphicFrameChg chg="add modGraphic">
          <ac:chgData name="liam connell" userId="c7a93a6304890812" providerId="LiveId" clId="{8F574371-CE29-4F8F-A4ED-69E38A38FEF4}" dt="2025-12-12T17:29:12.205" v="319" actId="207"/>
          <ac:graphicFrameMkLst>
            <pc:docMk/>
            <pc:sldMk cId="1963910083" sldId="261"/>
            <ac:graphicFrameMk id="5" creationId="{6DB089F0-74B8-B746-EA43-6D5D95FF0626}"/>
          </ac:graphicFrameMkLst>
        </pc:graphicFrameChg>
      </pc:sldChg>
      <pc:sldMasterChg chg="modSldLayout">
        <pc:chgData name="liam connell" userId="c7a93a6304890812" providerId="LiveId" clId="{8F574371-CE29-4F8F-A4ED-69E38A38FEF4}" dt="2025-12-12T17:18:51.253" v="226"/>
        <pc:sldMasterMkLst>
          <pc:docMk/>
          <pc:sldMasterMk cId="124645665" sldId="2147483648"/>
        </pc:sldMasterMkLst>
        <pc:sldLayoutChg chg="addSp delSp modSp setBg">
          <pc:chgData name="liam connell" userId="c7a93a6304890812" providerId="LiveId" clId="{8F574371-CE29-4F8F-A4ED-69E38A38FEF4}" dt="2025-12-12T17:18:51.253" v="226"/>
          <pc:sldLayoutMkLst>
            <pc:docMk/>
            <pc:sldMasterMk cId="124645665" sldId="2147483648"/>
            <pc:sldLayoutMk cId="1232100664" sldId="2147483650"/>
          </pc:sldLayoutMkLst>
          <pc:spChg chg="mod">
            <ac:chgData name="liam connell" userId="c7a93a6304890812" providerId="LiveId" clId="{8F574371-CE29-4F8F-A4ED-69E38A38FEF4}" dt="2025-12-12T17:18:14.516" v="220" actId="16037"/>
            <ac:spMkLst>
              <pc:docMk/>
              <pc:sldMasterMk cId="124645665" sldId="2147483648"/>
              <pc:sldLayoutMk cId="1232100664" sldId="2147483650"/>
              <ac:spMk id="2" creationId="{30399066-B1F3-4250-A6C7-BDA0084CEEDB}"/>
            </ac:spMkLst>
          </pc:spChg>
        </pc:sldLayoutChg>
      </pc:sldMasterChg>
    </pc:docChg>
  </pc:docChgLst>
  <pc:docChgLst>
    <pc:chgData name="liam connell" userId="c7a93a6304890812" providerId="LiveId" clId="{18993D38-3E8E-47BD-A18F-878E86B3C657}"/>
    <pc:docChg chg="modSld">
      <pc:chgData name="liam connell" userId="c7a93a6304890812" providerId="LiveId" clId="{18993D38-3E8E-47BD-A18F-878E86B3C657}" dt="2025-12-18T11:45:23.566" v="8" actId="20577"/>
      <pc:docMkLst>
        <pc:docMk/>
      </pc:docMkLst>
      <pc:sldChg chg="modSp mod">
        <pc:chgData name="liam connell" userId="c7a93a6304890812" providerId="LiveId" clId="{18993D38-3E8E-47BD-A18F-878E86B3C657}" dt="2025-12-18T11:45:23.566" v="8" actId="20577"/>
        <pc:sldMkLst>
          <pc:docMk/>
          <pc:sldMk cId="3754077413" sldId="256"/>
        </pc:sldMkLst>
        <pc:spChg chg="mod">
          <ac:chgData name="liam connell" userId="c7a93a6304890812" providerId="LiveId" clId="{18993D38-3E8E-47BD-A18F-878E86B3C657}" dt="2025-12-18T11:45:23.566" v="8" actId="20577"/>
          <ac:spMkLst>
            <pc:docMk/>
            <pc:sldMk cId="3754077413" sldId="256"/>
            <ac:spMk id="3" creationId="{2FE13AE0-BE17-4C9B-44E8-A12F3E6AA971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CEB675-0552-4D6E-83AF-21684F8900F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6F3280D-C060-4270-936B-E3C1D4B690FE}">
      <dgm:prSet/>
      <dgm:spPr/>
      <dgm:t>
        <a:bodyPr/>
        <a:lstStyle/>
        <a:p>
          <a:r>
            <a:rPr lang="en-GB"/>
            <a:t>Project setup &amp; architecture</a:t>
          </a:r>
          <a:endParaRPr lang="en-US"/>
        </a:p>
      </dgm:t>
    </dgm:pt>
    <dgm:pt modelId="{AD46E899-4AFF-4190-A7F8-6A4639E75227}" type="parTrans" cxnId="{30BBB5E4-C04E-4080-B665-F73F54209658}">
      <dgm:prSet/>
      <dgm:spPr/>
      <dgm:t>
        <a:bodyPr/>
        <a:lstStyle/>
        <a:p>
          <a:endParaRPr lang="en-US"/>
        </a:p>
      </dgm:t>
    </dgm:pt>
    <dgm:pt modelId="{ADCBC059-D144-4073-A142-6E463BA3049B}" type="sibTrans" cxnId="{30BBB5E4-C04E-4080-B665-F73F54209658}">
      <dgm:prSet/>
      <dgm:spPr/>
      <dgm:t>
        <a:bodyPr/>
        <a:lstStyle/>
        <a:p>
          <a:endParaRPr lang="en-US"/>
        </a:p>
      </dgm:t>
    </dgm:pt>
    <dgm:pt modelId="{6A6D2494-A2C0-4CD1-998C-84B60F5DBF8C}">
      <dgm:prSet/>
      <dgm:spPr/>
      <dgm:t>
        <a:bodyPr/>
        <a:lstStyle/>
        <a:p>
          <a:r>
            <a:rPr lang="en-GB"/>
            <a:t>Secure authentication (JWT)</a:t>
          </a:r>
          <a:endParaRPr lang="en-US"/>
        </a:p>
      </dgm:t>
    </dgm:pt>
    <dgm:pt modelId="{043A0624-25D4-425A-BCBF-BC7E08E12A30}" type="parTrans" cxnId="{6FD2DB3E-3BAF-4E06-800E-3F1597898315}">
      <dgm:prSet/>
      <dgm:spPr/>
      <dgm:t>
        <a:bodyPr/>
        <a:lstStyle/>
        <a:p>
          <a:endParaRPr lang="en-US"/>
        </a:p>
      </dgm:t>
    </dgm:pt>
    <dgm:pt modelId="{49E050DA-9F81-4643-B104-655441CAD419}" type="sibTrans" cxnId="{6FD2DB3E-3BAF-4E06-800E-3F1597898315}">
      <dgm:prSet/>
      <dgm:spPr/>
      <dgm:t>
        <a:bodyPr/>
        <a:lstStyle/>
        <a:p>
          <a:endParaRPr lang="en-US"/>
        </a:p>
      </dgm:t>
    </dgm:pt>
    <dgm:pt modelId="{A8366F20-1852-4A14-AC9A-7189DC1CAB7B}">
      <dgm:prSet/>
      <dgm:spPr/>
      <dgm:t>
        <a:bodyPr/>
        <a:lstStyle/>
        <a:p>
          <a:r>
            <a:rPr lang="en-GB"/>
            <a:t>Map My House feature</a:t>
          </a:r>
          <a:endParaRPr lang="en-US"/>
        </a:p>
      </dgm:t>
    </dgm:pt>
    <dgm:pt modelId="{974F6F98-0B00-4440-BE7C-4FE534F24030}" type="parTrans" cxnId="{0B71FFDA-F500-49FE-9743-E45E63634752}">
      <dgm:prSet/>
      <dgm:spPr/>
      <dgm:t>
        <a:bodyPr/>
        <a:lstStyle/>
        <a:p>
          <a:endParaRPr lang="en-US"/>
        </a:p>
      </dgm:t>
    </dgm:pt>
    <dgm:pt modelId="{4FF1FAAA-8481-4098-BCFA-756EDD5E8D50}" type="sibTrans" cxnId="{0B71FFDA-F500-49FE-9743-E45E63634752}">
      <dgm:prSet/>
      <dgm:spPr/>
      <dgm:t>
        <a:bodyPr/>
        <a:lstStyle/>
        <a:p>
          <a:endParaRPr lang="en-US"/>
        </a:p>
      </dgm:t>
    </dgm:pt>
    <dgm:pt modelId="{217230D3-C4E7-4800-9C6C-A7572DB6F5A1}">
      <dgm:prSet/>
      <dgm:spPr/>
      <dgm:t>
        <a:bodyPr/>
        <a:lstStyle/>
        <a:p>
          <a:r>
            <a:rPr lang="en-GB"/>
            <a:t>My Appliances feature</a:t>
          </a:r>
          <a:endParaRPr lang="en-US"/>
        </a:p>
      </dgm:t>
    </dgm:pt>
    <dgm:pt modelId="{7D3F9682-91CA-4F7F-9805-38D8C06B328A}" type="parTrans" cxnId="{981173C1-1D80-4380-8E5B-E46851234203}">
      <dgm:prSet/>
      <dgm:spPr/>
      <dgm:t>
        <a:bodyPr/>
        <a:lstStyle/>
        <a:p>
          <a:endParaRPr lang="en-US"/>
        </a:p>
      </dgm:t>
    </dgm:pt>
    <dgm:pt modelId="{9CA46894-3E11-4B07-BEAA-E764E5504B4B}" type="sibTrans" cxnId="{981173C1-1D80-4380-8E5B-E46851234203}">
      <dgm:prSet/>
      <dgm:spPr/>
      <dgm:t>
        <a:bodyPr/>
        <a:lstStyle/>
        <a:p>
          <a:endParaRPr lang="en-US"/>
        </a:p>
      </dgm:t>
    </dgm:pt>
    <dgm:pt modelId="{77C68AF9-9B27-4D3E-A61E-7C05389829FE}">
      <dgm:prSet/>
      <dgm:spPr/>
      <dgm:t>
        <a:bodyPr/>
        <a:lstStyle/>
        <a:p>
          <a:r>
            <a:rPr lang="en-GB"/>
            <a:t>Dashboard &amp; Watch Your Watts</a:t>
          </a:r>
          <a:endParaRPr lang="en-US"/>
        </a:p>
      </dgm:t>
    </dgm:pt>
    <dgm:pt modelId="{133BA2A9-2E2F-4A66-8E86-868FD107E929}" type="parTrans" cxnId="{804D4DAD-3FEB-465F-A545-E37ADAEF88D8}">
      <dgm:prSet/>
      <dgm:spPr/>
      <dgm:t>
        <a:bodyPr/>
        <a:lstStyle/>
        <a:p>
          <a:endParaRPr lang="en-US"/>
        </a:p>
      </dgm:t>
    </dgm:pt>
    <dgm:pt modelId="{98856D39-8D84-49B7-86B3-707436CA1387}" type="sibTrans" cxnId="{804D4DAD-3FEB-465F-A545-E37ADAEF88D8}">
      <dgm:prSet/>
      <dgm:spPr/>
      <dgm:t>
        <a:bodyPr/>
        <a:lstStyle/>
        <a:p>
          <a:endParaRPr lang="en-US"/>
        </a:p>
      </dgm:t>
    </dgm:pt>
    <dgm:pt modelId="{741643FC-8750-4453-B47F-93A35FA142A1}" type="pres">
      <dgm:prSet presAssocID="{8ACEB675-0552-4D6E-83AF-21684F8900F3}" presName="root" presStyleCnt="0">
        <dgm:presLayoutVars>
          <dgm:dir/>
          <dgm:resizeHandles val="exact"/>
        </dgm:presLayoutVars>
      </dgm:prSet>
      <dgm:spPr/>
    </dgm:pt>
    <dgm:pt modelId="{9F6451D6-A800-4447-9857-AEBCC60AF561}" type="pres">
      <dgm:prSet presAssocID="{86F3280D-C060-4270-936B-E3C1D4B690FE}" presName="compNode" presStyleCnt="0"/>
      <dgm:spPr/>
    </dgm:pt>
    <dgm:pt modelId="{4B12076E-B180-4669-B575-11B1108A3575}" type="pres">
      <dgm:prSet presAssocID="{86F3280D-C060-4270-936B-E3C1D4B690FE}" presName="bgRect" presStyleLbl="bgShp" presStyleIdx="0" presStyleCnt="5"/>
      <dgm:spPr/>
    </dgm:pt>
    <dgm:pt modelId="{1A911B35-6420-421D-99ED-42A7AA2F6B8B}" type="pres">
      <dgm:prSet presAssocID="{86F3280D-C060-4270-936B-E3C1D4B690FE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7EE8CAB8-8402-4E58-8E91-41EFED61782F}" type="pres">
      <dgm:prSet presAssocID="{86F3280D-C060-4270-936B-E3C1D4B690FE}" presName="spaceRect" presStyleCnt="0"/>
      <dgm:spPr/>
    </dgm:pt>
    <dgm:pt modelId="{865FB18E-9DBF-4923-BB9A-6972E2A7D271}" type="pres">
      <dgm:prSet presAssocID="{86F3280D-C060-4270-936B-E3C1D4B690FE}" presName="parTx" presStyleLbl="revTx" presStyleIdx="0" presStyleCnt="5">
        <dgm:presLayoutVars>
          <dgm:chMax val="0"/>
          <dgm:chPref val="0"/>
        </dgm:presLayoutVars>
      </dgm:prSet>
      <dgm:spPr/>
    </dgm:pt>
    <dgm:pt modelId="{3CB41B9F-6A44-4887-927E-6DF396E28239}" type="pres">
      <dgm:prSet presAssocID="{ADCBC059-D144-4073-A142-6E463BA3049B}" presName="sibTrans" presStyleCnt="0"/>
      <dgm:spPr/>
    </dgm:pt>
    <dgm:pt modelId="{14824178-1010-45ED-91C3-FEBC9AE1CE1A}" type="pres">
      <dgm:prSet presAssocID="{6A6D2494-A2C0-4CD1-998C-84B60F5DBF8C}" presName="compNode" presStyleCnt="0"/>
      <dgm:spPr/>
    </dgm:pt>
    <dgm:pt modelId="{3C9978F8-B4C2-41DE-93C7-45538302DBEC}" type="pres">
      <dgm:prSet presAssocID="{6A6D2494-A2C0-4CD1-998C-84B60F5DBF8C}" presName="bgRect" presStyleLbl="bgShp" presStyleIdx="1" presStyleCnt="5"/>
      <dgm:spPr/>
    </dgm:pt>
    <dgm:pt modelId="{1E9871F2-19EB-492D-9CB1-9C8618670C5C}" type="pres">
      <dgm:prSet presAssocID="{6A6D2494-A2C0-4CD1-998C-84B60F5DBF8C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01AD4334-09E4-4673-8D51-D4D960E686D1}" type="pres">
      <dgm:prSet presAssocID="{6A6D2494-A2C0-4CD1-998C-84B60F5DBF8C}" presName="spaceRect" presStyleCnt="0"/>
      <dgm:spPr/>
    </dgm:pt>
    <dgm:pt modelId="{F0A0FC87-BD0F-4F86-A49C-691A08DFAC13}" type="pres">
      <dgm:prSet presAssocID="{6A6D2494-A2C0-4CD1-998C-84B60F5DBF8C}" presName="parTx" presStyleLbl="revTx" presStyleIdx="1" presStyleCnt="5">
        <dgm:presLayoutVars>
          <dgm:chMax val="0"/>
          <dgm:chPref val="0"/>
        </dgm:presLayoutVars>
      </dgm:prSet>
      <dgm:spPr/>
    </dgm:pt>
    <dgm:pt modelId="{9A0680D1-E091-44AD-9AD4-84EB7E0F176E}" type="pres">
      <dgm:prSet presAssocID="{49E050DA-9F81-4643-B104-655441CAD419}" presName="sibTrans" presStyleCnt="0"/>
      <dgm:spPr/>
    </dgm:pt>
    <dgm:pt modelId="{4EA5CDC7-5215-4580-85DA-857C1F1A6590}" type="pres">
      <dgm:prSet presAssocID="{A8366F20-1852-4A14-AC9A-7189DC1CAB7B}" presName="compNode" presStyleCnt="0"/>
      <dgm:spPr/>
    </dgm:pt>
    <dgm:pt modelId="{22BF969B-A5EB-4143-A08D-BFE08B3064A8}" type="pres">
      <dgm:prSet presAssocID="{A8366F20-1852-4A14-AC9A-7189DC1CAB7B}" presName="bgRect" presStyleLbl="bgShp" presStyleIdx="2" presStyleCnt="5"/>
      <dgm:spPr/>
    </dgm:pt>
    <dgm:pt modelId="{FB7117E1-C79D-4983-8703-843AFB881D21}" type="pres">
      <dgm:prSet presAssocID="{A8366F20-1852-4A14-AC9A-7189DC1CAB7B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E089B751-BD0E-4BF0-82D4-F4F62A128402}" type="pres">
      <dgm:prSet presAssocID="{A8366F20-1852-4A14-AC9A-7189DC1CAB7B}" presName="spaceRect" presStyleCnt="0"/>
      <dgm:spPr/>
    </dgm:pt>
    <dgm:pt modelId="{1DBF39A1-81BE-4F92-A23C-0CEE558D4119}" type="pres">
      <dgm:prSet presAssocID="{A8366F20-1852-4A14-AC9A-7189DC1CAB7B}" presName="parTx" presStyleLbl="revTx" presStyleIdx="2" presStyleCnt="5">
        <dgm:presLayoutVars>
          <dgm:chMax val="0"/>
          <dgm:chPref val="0"/>
        </dgm:presLayoutVars>
      </dgm:prSet>
      <dgm:spPr/>
    </dgm:pt>
    <dgm:pt modelId="{06DB718A-BF8C-462E-895C-CBEC34FF4F76}" type="pres">
      <dgm:prSet presAssocID="{4FF1FAAA-8481-4098-BCFA-756EDD5E8D50}" presName="sibTrans" presStyleCnt="0"/>
      <dgm:spPr/>
    </dgm:pt>
    <dgm:pt modelId="{E96B0BB3-BDAC-4BB2-9B62-1FAA68B3B302}" type="pres">
      <dgm:prSet presAssocID="{217230D3-C4E7-4800-9C6C-A7572DB6F5A1}" presName="compNode" presStyleCnt="0"/>
      <dgm:spPr/>
    </dgm:pt>
    <dgm:pt modelId="{DD0B903D-6578-4CA2-885B-200476D61D7C}" type="pres">
      <dgm:prSet presAssocID="{217230D3-C4E7-4800-9C6C-A7572DB6F5A1}" presName="bgRect" presStyleLbl="bgShp" presStyleIdx="3" presStyleCnt="5"/>
      <dgm:spPr/>
    </dgm:pt>
    <dgm:pt modelId="{BB816BC8-99CB-4701-B940-92B6341AAF2F}" type="pres">
      <dgm:prSet presAssocID="{217230D3-C4E7-4800-9C6C-A7572DB6F5A1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me"/>
        </a:ext>
      </dgm:extLst>
    </dgm:pt>
    <dgm:pt modelId="{C74698D3-09B6-445F-ABAD-2F9495110D08}" type="pres">
      <dgm:prSet presAssocID="{217230D3-C4E7-4800-9C6C-A7572DB6F5A1}" presName="spaceRect" presStyleCnt="0"/>
      <dgm:spPr/>
    </dgm:pt>
    <dgm:pt modelId="{252A9C6A-A549-444C-8C7C-8E496CE883B6}" type="pres">
      <dgm:prSet presAssocID="{217230D3-C4E7-4800-9C6C-A7572DB6F5A1}" presName="parTx" presStyleLbl="revTx" presStyleIdx="3" presStyleCnt="5">
        <dgm:presLayoutVars>
          <dgm:chMax val="0"/>
          <dgm:chPref val="0"/>
        </dgm:presLayoutVars>
      </dgm:prSet>
      <dgm:spPr/>
    </dgm:pt>
    <dgm:pt modelId="{184AA6EE-34C3-40B1-B6E3-A02207AD8BCD}" type="pres">
      <dgm:prSet presAssocID="{9CA46894-3E11-4B07-BEAA-E764E5504B4B}" presName="sibTrans" presStyleCnt="0"/>
      <dgm:spPr/>
    </dgm:pt>
    <dgm:pt modelId="{EA2E0FB2-6EEE-4393-95B7-72D96D25206F}" type="pres">
      <dgm:prSet presAssocID="{77C68AF9-9B27-4D3E-A61E-7C05389829FE}" presName="compNode" presStyleCnt="0"/>
      <dgm:spPr/>
    </dgm:pt>
    <dgm:pt modelId="{3EC5D46B-CF47-4481-A618-3BF18F7C0C45}" type="pres">
      <dgm:prSet presAssocID="{77C68AF9-9B27-4D3E-A61E-7C05389829FE}" presName="bgRect" presStyleLbl="bgShp" presStyleIdx="4" presStyleCnt="5"/>
      <dgm:spPr/>
    </dgm:pt>
    <dgm:pt modelId="{B3425793-BA4D-4A20-871F-126739E38C6C}" type="pres">
      <dgm:prSet presAssocID="{77C68AF9-9B27-4D3E-A61E-7C05389829FE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B15D2D39-1B59-49B0-91CE-AFF9A1CE128D}" type="pres">
      <dgm:prSet presAssocID="{77C68AF9-9B27-4D3E-A61E-7C05389829FE}" presName="spaceRect" presStyleCnt="0"/>
      <dgm:spPr/>
    </dgm:pt>
    <dgm:pt modelId="{4E24F7D3-499D-48A4-AC85-A8002A0361C3}" type="pres">
      <dgm:prSet presAssocID="{77C68AF9-9B27-4D3E-A61E-7C05389829FE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60A0408-2F2F-4224-9783-768A764F2E2B}" type="presOf" srcId="{6A6D2494-A2C0-4CD1-998C-84B60F5DBF8C}" destId="{F0A0FC87-BD0F-4F86-A49C-691A08DFAC13}" srcOrd="0" destOrd="0" presId="urn:microsoft.com/office/officeart/2018/2/layout/IconVerticalSolidList"/>
    <dgm:cxn modelId="{F2660813-FBF9-4A86-880B-D8D5729FB972}" type="presOf" srcId="{A8366F20-1852-4A14-AC9A-7189DC1CAB7B}" destId="{1DBF39A1-81BE-4F92-A23C-0CEE558D4119}" srcOrd="0" destOrd="0" presId="urn:microsoft.com/office/officeart/2018/2/layout/IconVerticalSolidList"/>
    <dgm:cxn modelId="{6FD2DB3E-3BAF-4E06-800E-3F1597898315}" srcId="{8ACEB675-0552-4D6E-83AF-21684F8900F3}" destId="{6A6D2494-A2C0-4CD1-998C-84B60F5DBF8C}" srcOrd="1" destOrd="0" parTransId="{043A0624-25D4-425A-BCBF-BC7E08E12A30}" sibTransId="{49E050DA-9F81-4643-B104-655441CAD419}"/>
    <dgm:cxn modelId="{F9D4B462-661F-4C16-9FBC-C456EF6A6398}" type="presOf" srcId="{86F3280D-C060-4270-936B-E3C1D4B690FE}" destId="{865FB18E-9DBF-4923-BB9A-6972E2A7D271}" srcOrd="0" destOrd="0" presId="urn:microsoft.com/office/officeart/2018/2/layout/IconVerticalSolidList"/>
    <dgm:cxn modelId="{7214EF45-1091-442A-A800-B0E4595BC6AD}" type="presOf" srcId="{217230D3-C4E7-4800-9C6C-A7572DB6F5A1}" destId="{252A9C6A-A549-444C-8C7C-8E496CE883B6}" srcOrd="0" destOrd="0" presId="urn:microsoft.com/office/officeart/2018/2/layout/IconVerticalSolidList"/>
    <dgm:cxn modelId="{65DED16B-06EA-4D87-8A73-B1DBF1502FF5}" type="presOf" srcId="{8ACEB675-0552-4D6E-83AF-21684F8900F3}" destId="{741643FC-8750-4453-B47F-93A35FA142A1}" srcOrd="0" destOrd="0" presId="urn:microsoft.com/office/officeart/2018/2/layout/IconVerticalSolidList"/>
    <dgm:cxn modelId="{804D4DAD-3FEB-465F-A545-E37ADAEF88D8}" srcId="{8ACEB675-0552-4D6E-83AF-21684F8900F3}" destId="{77C68AF9-9B27-4D3E-A61E-7C05389829FE}" srcOrd="4" destOrd="0" parTransId="{133BA2A9-2E2F-4A66-8E86-868FD107E929}" sibTransId="{98856D39-8D84-49B7-86B3-707436CA1387}"/>
    <dgm:cxn modelId="{981173C1-1D80-4380-8E5B-E46851234203}" srcId="{8ACEB675-0552-4D6E-83AF-21684F8900F3}" destId="{217230D3-C4E7-4800-9C6C-A7572DB6F5A1}" srcOrd="3" destOrd="0" parTransId="{7D3F9682-91CA-4F7F-9805-38D8C06B328A}" sibTransId="{9CA46894-3E11-4B07-BEAA-E764E5504B4B}"/>
    <dgm:cxn modelId="{8B67F5D4-A70D-4998-A01B-D535D1CE2F22}" type="presOf" srcId="{77C68AF9-9B27-4D3E-A61E-7C05389829FE}" destId="{4E24F7D3-499D-48A4-AC85-A8002A0361C3}" srcOrd="0" destOrd="0" presId="urn:microsoft.com/office/officeart/2018/2/layout/IconVerticalSolidList"/>
    <dgm:cxn modelId="{0B71FFDA-F500-49FE-9743-E45E63634752}" srcId="{8ACEB675-0552-4D6E-83AF-21684F8900F3}" destId="{A8366F20-1852-4A14-AC9A-7189DC1CAB7B}" srcOrd="2" destOrd="0" parTransId="{974F6F98-0B00-4440-BE7C-4FE534F24030}" sibTransId="{4FF1FAAA-8481-4098-BCFA-756EDD5E8D50}"/>
    <dgm:cxn modelId="{30BBB5E4-C04E-4080-B665-F73F54209658}" srcId="{8ACEB675-0552-4D6E-83AF-21684F8900F3}" destId="{86F3280D-C060-4270-936B-E3C1D4B690FE}" srcOrd="0" destOrd="0" parTransId="{AD46E899-4AFF-4190-A7F8-6A4639E75227}" sibTransId="{ADCBC059-D144-4073-A142-6E463BA3049B}"/>
    <dgm:cxn modelId="{0411CEA8-3B36-4113-8E74-3F1315A5EC28}" type="presParOf" srcId="{741643FC-8750-4453-B47F-93A35FA142A1}" destId="{9F6451D6-A800-4447-9857-AEBCC60AF561}" srcOrd="0" destOrd="0" presId="urn:microsoft.com/office/officeart/2018/2/layout/IconVerticalSolidList"/>
    <dgm:cxn modelId="{DF5025A8-4BD2-4DB0-8CA0-CCE571C64B72}" type="presParOf" srcId="{9F6451D6-A800-4447-9857-AEBCC60AF561}" destId="{4B12076E-B180-4669-B575-11B1108A3575}" srcOrd="0" destOrd="0" presId="urn:microsoft.com/office/officeart/2018/2/layout/IconVerticalSolidList"/>
    <dgm:cxn modelId="{AF69A8E5-EA5B-4D3F-A8FC-9DE434488045}" type="presParOf" srcId="{9F6451D6-A800-4447-9857-AEBCC60AF561}" destId="{1A911B35-6420-421D-99ED-42A7AA2F6B8B}" srcOrd="1" destOrd="0" presId="urn:microsoft.com/office/officeart/2018/2/layout/IconVerticalSolidList"/>
    <dgm:cxn modelId="{A6164DB6-5D9A-43FA-AD0A-EB5567F3EBC2}" type="presParOf" srcId="{9F6451D6-A800-4447-9857-AEBCC60AF561}" destId="{7EE8CAB8-8402-4E58-8E91-41EFED61782F}" srcOrd="2" destOrd="0" presId="urn:microsoft.com/office/officeart/2018/2/layout/IconVerticalSolidList"/>
    <dgm:cxn modelId="{305AC269-4320-4189-8FBD-FA9A05457D5F}" type="presParOf" srcId="{9F6451D6-A800-4447-9857-AEBCC60AF561}" destId="{865FB18E-9DBF-4923-BB9A-6972E2A7D271}" srcOrd="3" destOrd="0" presId="urn:microsoft.com/office/officeart/2018/2/layout/IconVerticalSolidList"/>
    <dgm:cxn modelId="{82DDA598-3E3B-4B28-AD10-BEE61ED5EFBC}" type="presParOf" srcId="{741643FC-8750-4453-B47F-93A35FA142A1}" destId="{3CB41B9F-6A44-4887-927E-6DF396E28239}" srcOrd="1" destOrd="0" presId="urn:microsoft.com/office/officeart/2018/2/layout/IconVerticalSolidList"/>
    <dgm:cxn modelId="{0BFFF787-0B1E-4D4F-AA94-7B3DB86F55A5}" type="presParOf" srcId="{741643FC-8750-4453-B47F-93A35FA142A1}" destId="{14824178-1010-45ED-91C3-FEBC9AE1CE1A}" srcOrd="2" destOrd="0" presId="urn:microsoft.com/office/officeart/2018/2/layout/IconVerticalSolidList"/>
    <dgm:cxn modelId="{3D4F15C3-D99E-4328-BE1C-EDECE4E5326B}" type="presParOf" srcId="{14824178-1010-45ED-91C3-FEBC9AE1CE1A}" destId="{3C9978F8-B4C2-41DE-93C7-45538302DBEC}" srcOrd="0" destOrd="0" presId="urn:microsoft.com/office/officeart/2018/2/layout/IconVerticalSolidList"/>
    <dgm:cxn modelId="{85D5AC08-C580-48F9-BD71-6175E23E0250}" type="presParOf" srcId="{14824178-1010-45ED-91C3-FEBC9AE1CE1A}" destId="{1E9871F2-19EB-492D-9CB1-9C8618670C5C}" srcOrd="1" destOrd="0" presId="urn:microsoft.com/office/officeart/2018/2/layout/IconVerticalSolidList"/>
    <dgm:cxn modelId="{FF13DC08-F669-4BF7-BF97-E080087895CC}" type="presParOf" srcId="{14824178-1010-45ED-91C3-FEBC9AE1CE1A}" destId="{01AD4334-09E4-4673-8D51-D4D960E686D1}" srcOrd="2" destOrd="0" presId="urn:microsoft.com/office/officeart/2018/2/layout/IconVerticalSolidList"/>
    <dgm:cxn modelId="{E45A672F-7D69-46F6-B81C-802BE984A01E}" type="presParOf" srcId="{14824178-1010-45ED-91C3-FEBC9AE1CE1A}" destId="{F0A0FC87-BD0F-4F86-A49C-691A08DFAC13}" srcOrd="3" destOrd="0" presId="urn:microsoft.com/office/officeart/2018/2/layout/IconVerticalSolidList"/>
    <dgm:cxn modelId="{3F290CD1-0223-4665-8933-FFD4B111B615}" type="presParOf" srcId="{741643FC-8750-4453-B47F-93A35FA142A1}" destId="{9A0680D1-E091-44AD-9AD4-84EB7E0F176E}" srcOrd="3" destOrd="0" presId="urn:microsoft.com/office/officeart/2018/2/layout/IconVerticalSolidList"/>
    <dgm:cxn modelId="{D27DCF8D-810A-4BAC-A389-903C8725F18D}" type="presParOf" srcId="{741643FC-8750-4453-B47F-93A35FA142A1}" destId="{4EA5CDC7-5215-4580-85DA-857C1F1A6590}" srcOrd="4" destOrd="0" presId="urn:microsoft.com/office/officeart/2018/2/layout/IconVerticalSolidList"/>
    <dgm:cxn modelId="{0A4B9153-C86D-4B13-8A97-1E32376E4A9A}" type="presParOf" srcId="{4EA5CDC7-5215-4580-85DA-857C1F1A6590}" destId="{22BF969B-A5EB-4143-A08D-BFE08B3064A8}" srcOrd="0" destOrd="0" presId="urn:microsoft.com/office/officeart/2018/2/layout/IconVerticalSolidList"/>
    <dgm:cxn modelId="{8BC39C49-E190-45C2-9092-3B5C2A133501}" type="presParOf" srcId="{4EA5CDC7-5215-4580-85DA-857C1F1A6590}" destId="{FB7117E1-C79D-4983-8703-843AFB881D21}" srcOrd="1" destOrd="0" presId="urn:microsoft.com/office/officeart/2018/2/layout/IconVerticalSolidList"/>
    <dgm:cxn modelId="{C1322D1C-DE80-4936-A1A0-7BDCFA9920C5}" type="presParOf" srcId="{4EA5CDC7-5215-4580-85DA-857C1F1A6590}" destId="{E089B751-BD0E-4BF0-82D4-F4F62A128402}" srcOrd="2" destOrd="0" presId="urn:microsoft.com/office/officeart/2018/2/layout/IconVerticalSolidList"/>
    <dgm:cxn modelId="{F10D07B4-CD7B-46AC-9440-AF79AD4A0A5F}" type="presParOf" srcId="{4EA5CDC7-5215-4580-85DA-857C1F1A6590}" destId="{1DBF39A1-81BE-4F92-A23C-0CEE558D4119}" srcOrd="3" destOrd="0" presId="urn:microsoft.com/office/officeart/2018/2/layout/IconVerticalSolidList"/>
    <dgm:cxn modelId="{4251C759-C8AC-4CEA-BFAC-D5CCAB484B74}" type="presParOf" srcId="{741643FC-8750-4453-B47F-93A35FA142A1}" destId="{06DB718A-BF8C-462E-895C-CBEC34FF4F76}" srcOrd="5" destOrd="0" presId="urn:microsoft.com/office/officeart/2018/2/layout/IconVerticalSolidList"/>
    <dgm:cxn modelId="{6A9E376C-7EBF-4B33-A635-90A01BBFFD5F}" type="presParOf" srcId="{741643FC-8750-4453-B47F-93A35FA142A1}" destId="{E96B0BB3-BDAC-4BB2-9B62-1FAA68B3B302}" srcOrd="6" destOrd="0" presId="urn:microsoft.com/office/officeart/2018/2/layout/IconVerticalSolidList"/>
    <dgm:cxn modelId="{52F039E3-93DF-4F29-8640-6DF5D49BAE22}" type="presParOf" srcId="{E96B0BB3-BDAC-4BB2-9B62-1FAA68B3B302}" destId="{DD0B903D-6578-4CA2-885B-200476D61D7C}" srcOrd="0" destOrd="0" presId="urn:microsoft.com/office/officeart/2018/2/layout/IconVerticalSolidList"/>
    <dgm:cxn modelId="{259D67CD-4F7F-4E88-8AC2-98C248610CBE}" type="presParOf" srcId="{E96B0BB3-BDAC-4BB2-9B62-1FAA68B3B302}" destId="{BB816BC8-99CB-4701-B940-92B6341AAF2F}" srcOrd="1" destOrd="0" presId="urn:microsoft.com/office/officeart/2018/2/layout/IconVerticalSolidList"/>
    <dgm:cxn modelId="{1A4950B4-1379-48FE-A3B2-987C3E35100B}" type="presParOf" srcId="{E96B0BB3-BDAC-4BB2-9B62-1FAA68B3B302}" destId="{C74698D3-09B6-445F-ABAD-2F9495110D08}" srcOrd="2" destOrd="0" presId="urn:microsoft.com/office/officeart/2018/2/layout/IconVerticalSolidList"/>
    <dgm:cxn modelId="{9F232722-291E-4BC0-9115-3B7C29E68451}" type="presParOf" srcId="{E96B0BB3-BDAC-4BB2-9B62-1FAA68B3B302}" destId="{252A9C6A-A549-444C-8C7C-8E496CE883B6}" srcOrd="3" destOrd="0" presId="urn:microsoft.com/office/officeart/2018/2/layout/IconVerticalSolidList"/>
    <dgm:cxn modelId="{B90DD0D9-959D-4E35-85F2-D948A56C60A3}" type="presParOf" srcId="{741643FC-8750-4453-B47F-93A35FA142A1}" destId="{184AA6EE-34C3-40B1-B6E3-A02207AD8BCD}" srcOrd="7" destOrd="0" presId="urn:microsoft.com/office/officeart/2018/2/layout/IconVerticalSolidList"/>
    <dgm:cxn modelId="{013506A8-5176-4FF2-9337-671AC81FF6AB}" type="presParOf" srcId="{741643FC-8750-4453-B47F-93A35FA142A1}" destId="{EA2E0FB2-6EEE-4393-95B7-72D96D25206F}" srcOrd="8" destOrd="0" presId="urn:microsoft.com/office/officeart/2018/2/layout/IconVerticalSolidList"/>
    <dgm:cxn modelId="{F935ED40-AD0F-42DA-B01A-F8E235CDD4FD}" type="presParOf" srcId="{EA2E0FB2-6EEE-4393-95B7-72D96D25206F}" destId="{3EC5D46B-CF47-4481-A618-3BF18F7C0C45}" srcOrd="0" destOrd="0" presId="urn:microsoft.com/office/officeart/2018/2/layout/IconVerticalSolidList"/>
    <dgm:cxn modelId="{C714D9D7-FFE2-426D-A957-E71917217D83}" type="presParOf" srcId="{EA2E0FB2-6EEE-4393-95B7-72D96D25206F}" destId="{B3425793-BA4D-4A20-871F-126739E38C6C}" srcOrd="1" destOrd="0" presId="urn:microsoft.com/office/officeart/2018/2/layout/IconVerticalSolidList"/>
    <dgm:cxn modelId="{58028E78-6C3A-444F-B326-9D25C1A6F02B}" type="presParOf" srcId="{EA2E0FB2-6EEE-4393-95B7-72D96D25206F}" destId="{B15D2D39-1B59-49B0-91CE-AFF9A1CE128D}" srcOrd="2" destOrd="0" presId="urn:microsoft.com/office/officeart/2018/2/layout/IconVerticalSolidList"/>
    <dgm:cxn modelId="{5FEBC85E-A07B-4C5F-9E71-59CA4D173384}" type="presParOf" srcId="{EA2E0FB2-6EEE-4393-95B7-72D96D25206F}" destId="{4E24F7D3-499D-48A4-AC85-A8002A0361C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64B6948-555F-45EA-8B1C-E7415732DF31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5F79292-12EE-4448-8EFE-7F69406C6BE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>
              <a:solidFill>
                <a:srgbClr val="1E293B"/>
              </a:solidFill>
            </a:rPr>
            <a:t>Login &amp; Sign-up</a:t>
          </a:r>
          <a:endParaRPr lang="en-US" dirty="0">
            <a:solidFill>
              <a:srgbClr val="1E293B"/>
            </a:solidFill>
          </a:endParaRPr>
        </a:p>
      </dgm:t>
    </dgm:pt>
    <dgm:pt modelId="{71876691-A4CF-49DB-A37B-8EA0276FDDD1}" type="parTrans" cxnId="{3DDFB663-BFDE-46A8-AF8E-6CC30277F360}">
      <dgm:prSet/>
      <dgm:spPr/>
      <dgm:t>
        <a:bodyPr/>
        <a:lstStyle/>
        <a:p>
          <a:endParaRPr lang="en-US"/>
        </a:p>
      </dgm:t>
    </dgm:pt>
    <dgm:pt modelId="{BC3A10A7-E773-4A38-93EA-774A5BE429BC}" type="sibTrans" cxnId="{3DDFB663-BFDE-46A8-AF8E-6CC30277F360}">
      <dgm:prSet/>
      <dgm:spPr/>
      <dgm:t>
        <a:bodyPr/>
        <a:lstStyle/>
        <a:p>
          <a:endParaRPr lang="en-US"/>
        </a:p>
      </dgm:t>
    </dgm:pt>
    <dgm:pt modelId="{0891A1DD-DAC0-4E4A-9E3C-D1B61A9F7EB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>
              <a:solidFill>
                <a:srgbClr val="1E293B"/>
              </a:solidFill>
            </a:rPr>
            <a:t>Map My House</a:t>
          </a:r>
          <a:endParaRPr lang="en-US" dirty="0">
            <a:solidFill>
              <a:srgbClr val="1E293B"/>
            </a:solidFill>
          </a:endParaRPr>
        </a:p>
      </dgm:t>
    </dgm:pt>
    <dgm:pt modelId="{773DCDF2-68A6-400F-A188-3298BF3045BD}" type="parTrans" cxnId="{6F9BE23F-5890-42C5-8F0D-AA564BA516E2}">
      <dgm:prSet/>
      <dgm:spPr/>
      <dgm:t>
        <a:bodyPr/>
        <a:lstStyle/>
        <a:p>
          <a:endParaRPr lang="en-US"/>
        </a:p>
      </dgm:t>
    </dgm:pt>
    <dgm:pt modelId="{3B745065-D022-4972-A53F-9B759ADD9AD5}" type="sibTrans" cxnId="{6F9BE23F-5890-42C5-8F0D-AA564BA516E2}">
      <dgm:prSet/>
      <dgm:spPr/>
      <dgm:t>
        <a:bodyPr/>
        <a:lstStyle/>
        <a:p>
          <a:endParaRPr lang="en-US"/>
        </a:p>
      </dgm:t>
    </dgm:pt>
    <dgm:pt modelId="{A56926D2-DFBA-43C4-A639-30E8A9EE026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>
              <a:solidFill>
                <a:srgbClr val="1E293B"/>
              </a:solidFill>
            </a:rPr>
            <a:t>My Appliances</a:t>
          </a:r>
          <a:endParaRPr lang="en-US" dirty="0">
            <a:solidFill>
              <a:srgbClr val="1E293B"/>
            </a:solidFill>
          </a:endParaRPr>
        </a:p>
      </dgm:t>
    </dgm:pt>
    <dgm:pt modelId="{BD690E23-69D3-421E-B304-F59F51C2304F}" type="parTrans" cxnId="{E7EB9D00-3496-44C5-9AA4-BFA43E3BC3FF}">
      <dgm:prSet/>
      <dgm:spPr/>
      <dgm:t>
        <a:bodyPr/>
        <a:lstStyle/>
        <a:p>
          <a:endParaRPr lang="en-US"/>
        </a:p>
      </dgm:t>
    </dgm:pt>
    <dgm:pt modelId="{EBDDBE9C-813D-4A53-AD3B-3399F4CF8604}" type="sibTrans" cxnId="{E7EB9D00-3496-44C5-9AA4-BFA43E3BC3FF}">
      <dgm:prSet/>
      <dgm:spPr/>
      <dgm:t>
        <a:bodyPr/>
        <a:lstStyle/>
        <a:p>
          <a:endParaRPr lang="en-US"/>
        </a:p>
      </dgm:t>
    </dgm:pt>
    <dgm:pt modelId="{8B804250-F288-4DFE-857A-1A748E374DFD}" type="pres">
      <dgm:prSet presAssocID="{264B6948-555F-45EA-8B1C-E7415732DF31}" presName="root" presStyleCnt="0">
        <dgm:presLayoutVars>
          <dgm:dir/>
          <dgm:resizeHandles val="exact"/>
        </dgm:presLayoutVars>
      </dgm:prSet>
      <dgm:spPr/>
    </dgm:pt>
    <dgm:pt modelId="{5B123091-8E77-4519-A74C-95019B7B26EA}" type="pres">
      <dgm:prSet presAssocID="{A5F79292-12EE-4448-8EFE-7F69406C6BE1}" presName="compNode" presStyleCnt="0"/>
      <dgm:spPr/>
    </dgm:pt>
    <dgm:pt modelId="{36D97FF4-5E04-4887-9DB7-80568F2CC36D}" type="pres">
      <dgm:prSet presAssocID="{A5F79292-12EE-4448-8EFE-7F69406C6BE1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868214AD-3BC0-42A6-8AE6-1F5CEE26A88E}" type="pres">
      <dgm:prSet presAssocID="{A5F79292-12EE-4448-8EFE-7F69406C6BE1}" presName="spaceRect" presStyleCnt="0"/>
      <dgm:spPr/>
    </dgm:pt>
    <dgm:pt modelId="{D32E625D-77EB-4453-9B9D-B8A8C01C427E}" type="pres">
      <dgm:prSet presAssocID="{A5F79292-12EE-4448-8EFE-7F69406C6BE1}" presName="textRect" presStyleLbl="revTx" presStyleIdx="0" presStyleCnt="3">
        <dgm:presLayoutVars>
          <dgm:chMax val="1"/>
          <dgm:chPref val="1"/>
        </dgm:presLayoutVars>
      </dgm:prSet>
      <dgm:spPr/>
    </dgm:pt>
    <dgm:pt modelId="{7C92C21A-B7CF-4722-A7DD-9458337A7DBC}" type="pres">
      <dgm:prSet presAssocID="{BC3A10A7-E773-4A38-93EA-774A5BE429BC}" presName="sibTrans" presStyleCnt="0"/>
      <dgm:spPr/>
    </dgm:pt>
    <dgm:pt modelId="{B56EF757-A5EF-4265-A103-9746C7DCE27D}" type="pres">
      <dgm:prSet presAssocID="{0891A1DD-DAC0-4E4A-9E3C-D1B61A9F7EB8}" presName="compNode" presStyleCnt="0"/>
      <dgm:spPr/>
    </dgm:pt>
    <dgm:pt modelId="{CF9FEDF0-169F-4136-95B5-9C18B43C73E6}" type="pres">
      <dgm:prSet presAssocID="{0891A1DD-DAC0-4E4A-9E3C-D1B61A9F7EB8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9023E13B-DAF0-4647-9A87-261A7A9C3E21}" type="pres">
      <dgm:prSet presAssocID="{0891A1DD-DAC0-4E4A-9E3C-D1B61A9F7EB8}" presName="spaceRect" presStyleCnt="0"/>
      <dgm:spPr/>
    </dgm:pt>
    <dgm:pt modelId="{BAF8EA32-FE72-4253-A61D-65EC256EA85A}" type="pres">
      <dgm:prSet presAssocID="{0891A1DD-DAC0-4E4A-9E3C-D1B61A9F7EB8}" presName="textRect" presStyleLbl="revTx" presStyleIdx="1" presStyleCnt="3">
        <dgm:presLayoutVars>
          <dgm:chMax val="1"/>
          <dgm:chPref val="1"/>
        </dgm:presLayoutVars>
      </dgm:prSet>
      <dgm:spPr/>
    </dgm:pt>
    <dgm:pt modelId="{061066E7-88FD-41D3-8282-16BB0F62E9DA}" type="pres">
      <dgm:prSet presAssocID="{3B745065-D022-4972-A53F-9B759ADD9AD5}" presName="sibTrans" presStyleCnt="0"/>
      <dgm:spPr/>
    </dgm:pt>
    <dgm:pt modelId="{D360E8C4-23E0-4770-86D1-1D3E80782D05}" type="pres">
      <dgm:prSet presAssocID="{A56926D2-DFBA-43C4-A639-30E8A9EE0264}" presName="compNode" presStyleCnt="0"/>
      <dgm:spPr/>
    </dgm:pt>
    <dgm:pt modelId="{F7D388A0-4C46-4E55-AC76-873238678C49}" type="pres">
      <dgm:prSet presAssocID="{A56926D2-DFBA-43C4-A639-30E8A9EE0264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me"/>
        </a:ext>
      </dgm:extLst>
    </dgm:pt>
    <dgm:pt modelId="{0DDD30AA-4208-4B65-AD6E-90CEEEA84EC6}" type="pres">
      <dgm:prSet presAssocID="{A56926D2-DFBA-43C4-A639-30E8A9EE0264}" presName="spaceRect" presStyleCnt="0"/>
      <dgm:spPr/>
    </dgm:pt>
    <dgm:pt modelId="{742146C6-B41D-446B-932D-658907B640C2}" type="pres">
      <dgm:prSet presAssocID="{A56926D2-DFBA-43C4-A639-30E8A9EE026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7EB9D00-3496-44C5-9AA4-BFA43E3BC3FF}" srcId="{264B6948-555F-45EA-8B1C-E7415732DF31}" destId="{A56926D2-DFBA-43C4-A639-30E8A9EE0264}" srcOrd="2" destOrd="0" parTransId="{BD690E23-69D3-421E-B304-F59F51C2304F}" sibTransId="{EBDDBE9C-813D-4A53-AD3B-3399F4CF8604}"/>
    <dgm:cxn modelId="{6F9BE23F-5890-42C5-8F0D-AA564BA516E2}" srcId="{264B6948-555F-45EA-8B1C-E7415732DF31}" destId="{0891A1DD-DAC0-4E4A-9E3C-D1B61A9F7EB8}" srcOrd="1" destOrd="0" parTransId="{773DCDF2-68A6-400F-A188-3298BF3045BD}" sibTransId="{3B745065-D022-4972-A53F-9B759ADD9AD5}"/>
    <dgm:cxn modelId="{AFCDE560-5503-451C-AF1C-962404310173}" type="presOf" srcId="{0891A1DD-DAC0-4E4A-9E3C-D1B61A9F7EB8}" destId="{BAF8EA32-FE72-4253-A61D-65EC256EA85A}" srcOrd="0" destOrd="0" presId="urn:microsoft.com/office/officeart/2018/2/layout/IconLabelList"/>
    <dgm:cxn modelId="{3DDFB663-BFDE-46A8-AF8E-6CC30277F360}" srcId="{264B6948-555F-45EA-8B1C-E7415732DF31}" destId="{A5F79292-12EE-4448-8EFE-7F69406C6BE1}" srcOrd="0" destOrd="0" parTransId="{71876691-A4CF-49DB-A37B-8EA0276FDDD1}" sibTransId="{BC3A10A7-E773-4A38-93EA-774A5BE429BC}"/>
    <dgm:cxn modelId="{4A5738B9-90D1-4840-82FF-7745AEC4D115}" type="presOf" srcId="{A56926D2-DFBA-43C4-A639-30E8A9EE0264}" destId="{742146C6-B41D-446B-932D-658907B640C2}" srcOrd="0" destOrd="0" presId="urn:microsoft.com/office/officeart/2018/2/layout/IconLabelList"/>
    <dgm:cxn modelId="{1A088FBA-737B-4CEE-8309-DEDDDA19813C}" type="presOf" srcId="{A5F79292-12EE-4448-8EFE-7F69406C6BE1}" destId="{D32E625D-77EB-4453-9B9D-B8A8C01C427E}" srcOrd="0" destOrd="0" presId="urn:microsoft.com/office/officeart/2018/2/layout/IconLabelList"/>
    <dgm:cxn modelId="{185C30C2-0A31-44E1-854D-9CCCDCF1950A}" type="presOf" srcId="{264B6948-555F-45EA-8B1C-E7415732DF31}" destId="{8B804250-F288-4DFE-857A-1A748E374DFD}" srcOrd="0" destOrd="0" presId="urn:microsoft.com/office/officeart/2018/2/layout/IconLabelList"/>
    <dgm:cxn modelId="{7F15B164-52C8-441F-A1F7-24B1F2E0A14B}" type="presParOf" srcId="{8B804250-F288-4DFE-857A-1A748E374DFD}" destId="{5B123091-8E77-4519-A74C-95019B7B26EA}" srcOrd="0" destOrd="0" presId="urn:microsoft.com/office/officeart/2018/2/layout/IconLabelList"/>
    <dgm:cxn modelId="{7AB2F026-E5B2-4A1C-82AE-1E5D4EA9FE34}" type="presParOf" srcId="{5B123091-8E77-4519-A74C-95019B7B26EA}" destId="{36D97FF4-5E04-4887-9DB7-80568F2CC36D}" srcOrd="0" destOrd="0" presId="urn:microsoft.com/office/officeart/2018/2/layout/IconLabelList"/>
    <dgm:cxn modelId="{029DF95E-03CA-42F7-816E-34358BD9367D}" type="presParOf" srcId="{5B123091-8E77-4519-A74C-95019B7B26EA}" destId="{868214AD-3BC0-42A6-8AE6-1F5CEE26A88E}" srcOrd="1" destOrd="0" presId="urn:microsoft.com/office/officeart/2018/2/layout/IconLabelList"/>
    <dgm:cxn modelId="{58752C90-59ED-4139-82FF-39D3478AF510}" type="presParOf" srcId="{5B123091-8E77-4519-A74C-95019B7B26EA}" destId="{D32E625D-77EB-4453-9B9D-B8A8C01C427E}" srcOrd="2" destOrd="0" presId="urn:microsoft.com/office/officeart/2018/2/layout/IconLabelList"/>
    <dgm:cxn modelId="{7D993A81-0C99-467B-B779-BEBA1FBB0EBD}" type="presParOf" srcId="{8B804250-F288-4DFE-857A-1A748E374DFD}" destId="{7C92C21A-B7CF-4722-A7DD-9458337A7DBC}" srcOrd="1" destOrd="0" presId="urn:microsoft.com/office/officeart/2018/2/layout/IconLabelList"/>
    <dgm:cxn modelId="{DD5B58DB-08A0-4EE1-9408-F0BF5718E76F}" type="presParOf" srcId="{8B804250-F288-4DFE-857A-1A748E374DFD}" destId="{B56EF757-A5EF-4265-A103-9746C7DCE27D}" srcOrd="2" destOrd="0" presId="urn:microsoft.com/office/officeart/2018/2/layout/IconLabelList"/>
    <dgm:cxn modelId="{6333B556-929E-4E60-AE75-14433E88528E}" type="presParOf" srcId="{B56EF757-A5EF-4265-A103-9746C7DCE27D}" destId="{CF9FEDF0-169F-4136-95B5-9C18B43C73E6}" srcOrd="0" destOrd="0" presId="urn:microsoft.com/office/officeart/2018/2/layout/IconLabelList"/>
    <dgm:cxn modelId="{D55C217A-560A-43E2-A201-04BACE9A2A08}" type="presParOf" srcId="{B56EF757-A5EF-4265-A103-9746C7DCE27D}" destId="{9023E13B-DAF0-4647-9A87-261A7A9C3E21}" srcOrd="1" destOrd="0" presId="urn:microsoft.com/office/officeart/2018/2/layout/IconLabelList"/>
    <dgm:cxn modelId="{EB67BEED-9085-4D40-83ED-1C1F1CE13A98}" type="presParOf" srcId="{B56EF757-A5EF-4265-A103-9746C7DCE27D}" destId="{BAF8EA32-FE72-4253-A61D-65EC256EA85A}" srcOrd="2" destOrd="0" presId="urn:microsoft.com/office/officeart/2018/2/layout/IconLabelList"/>
    <dgm:cxn modelId="{4DC3AFFE-0379-4C2D-B27E-1FB4B74B0974}" type="presParOf" srcId="{8B804250-F288-4DFE-857A-1A748E374DFD}" destId="{061066E7-88FD-41D3-8282-16BB0F62E9DA}" srcOrd="3" destOrd="0" presId="urn:microsoft.com/office/officeart/2018/2/layout/IconLabelList"/>
    <dgm:cxn modelId="{D27F3208-D4C8-48DA-BAAD-F773ABF7F599}" type="presParOf" srcId="{8B804250-F288-4DFE-857A-1A748E374DFD}" destId="{D360E8C4-23E0-4770-86D1-1D3E80782D05}" srcOrd="4" destOrd="0" presId="urn:microsoft.com/office/officeart/2018/2/layout/IconLabelList"/>
    <dgm:cxn modelId="{8033F3A6-74CC-453F-9CA6-336E4FC375FC}" type="presParOf" srcId="{D360E8C4-23E0-4770-86D1-1D3E80782D05}" destId="{F7D388A0-4C46-4E55-AC76-873238678C49}" srcOrd="0" destOrd="0" presId="urn:microsoft.com/office/officeart/2018/2/layout/IconLabelList"/>
    <dgm:cxn modelId="{3648FB46-4E0D-4F65-AEBD-C855FF728555}" type="presParOf" srcId="{D360E8C4-23E0-4770-86D1-1D3E80782D05}" destId="{0DDD30AA-4208-4B65-AD6E-90CEEEA84EC6}" srcOrd="1" destOrd="0" presId="urn:microsoft.com/office/officeart/2018/2/layout/IconLabelList"/>
    <dgm:cxn modelId="{6280D30A-7392-4A34-8125-6886082881B7}" type="presParOf" srcId="{D360E8C4-23E0-4770-86D1-1D3E80782D05}" destId="{742146C6-B41D-446B-932D-658907B640C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12076E-B180-4669-B575-11B1108A3575}">
      <dsp:nvSpPr>
        <dsp:cNvPr id="0" name=""/>
        <dsp:cNvSpPr/>
      </dsp:nvSpPr>
      <dsp:spPr>
        <a:xfrm>
          <a:off x="0" y="4592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911B35-6420-421D-99ED-42A7AA2F6B8B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5FB18E-9DBF-4923-BB9A-6972E2A7D271}">
      <dsp:nvSpPr>
        <dsp:cNvPr id="0" name=""/>
        <dsp:cNvSpPr/>
      </dsp:nvSpPr>
      <dsp:spPr>
        <a:xfrm>
          <a:off x="1129902" y="4592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Project setup &amp; architecture</a:t>
          </a:r>
          <a:endParaRPr lang="en-US" sz="1900" kern="1200"/>
        </a:p>
      </dsp:txBody>
      <dsp:txXfrm>
        <a:off x="1129902" y="4592"/>
        <a:ext cx="5171698" cy="978270"/>
      </dsp:txXfrm>
    </dsp:sp>
    <dsp:sp modelId="{3C9978F8-B4C2-41DE-93C7-45538302DBEC}">
      <dsp:nvSpPr>
        <dsp:cNvPr id="0" name=""/>
        <dsp:cNvSpPr/>
      </dsp:nvSpPr>
      <dsp:spPr>
        <a:xfrm>
          <a:off x="0" y="1227431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9871F2-19EB-492D-9CB1-9C8618670C5C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A0FC87-BD0F-4F86-A49C-691A08DFAC13}">
      <dsp:nvSpPr>
        <dsp:cNvPr id="0" name=""/>
        <dsp:cNvSpPr/>
      </dsp:nvSpPr>
      <dsp:spPr>
        <a:xfrm>
          <a:off x="1129902" y="1227431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Secure authentication (JWT)</a:t>
          </a:r>
          <a:endParaRPr lang="en-US" sz="1900" kern="1200"/>
        </a:p>
      </dsp:txBody>
      <dsp:txXfrm>
        <a:off x="1129902" y="1227431"/>
        <a:ext cx="5171698" cy="978270"/>
      </dsp:txXfrm>
    </dsp:sp>
    <dsp:sp modelId="{22BF969B-A5EB-4143-A08D-BFE08B3064A8}">
      <dsp:nvSpPr>
        <dsp:cNvPr id="0" name=""/>
        <dsp:cNvSpPr/>
      </dsp:nvSpPr>
      <dsp:spPr>
        <a:xfrm>
          <a:off x="0" y="2450269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7117E1-C79D-4983-8703-843AFB881D21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BF39A1-81BE-4F92-A23C-0CEE558D4119}">
      <dsp:nvSpPr>
        <dsp:cNvPr id="0" name=""/>
        <dsp:cNvSpPr/>
      </dsp:nvSpPr>
      <dsp:spPr>
        <a:xfrm>
          <a:off x="1129902" y="2450269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Map My House feature</a:t>
          </a:r>
          <a:endParaRPr lang="en-US" sz="1900" kern="1200"/>
        </a:p>
      </dsp:txBody>
      <dsp:txXfrm>
        <a:off x="1129902" y="2450269"/>
        <a:ext cx="5171698" cy="978270"/>
      </dsp:txXfrm>
    </dsp:sp>
    <dsp:sp modelId="{DD0B903D-6578-4CA2-885B-200476D61D7C}">
      <dsp:nvSpPr>
        <dsp:cNvPr id="0" name=""/>
        <dsp:cNvSpPr/>
      </dsp:nvSpPr>
      <dsp:spPr>
        <a:xfrm>
          <a:off x="0" y="3673107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816BC8-99CB-4701-B940-92B6341AAF2F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2A9C6A-A549-444C-8C7C-8E496CE883B6}">
      <dsp:nvSpPr>
        <dsp:cNvPr id="0" name=""/>
        <dsp:cNvSpPr/>
      </dsp:nvSpPr>
      <dsp:spPr>
        <a:xfrm>
          <a:off x="1129902" y="3673107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My Appliances feature</a:t>
          </a:r>
          <a:endParaRPr lang="en-US" sz="1900" kern="1200"/>
        </a:p>
      </dsp:txBody>
      <dsp:txXfrm>
        <a:off x="1129902" y="3673107"/>
        <a:ext cx="5171698" cy="978270"/>
      </dsp:txXfrm>
    </dsp:sp>
    <dsp:sp modelId="{3EC5D46B-CF47-4481-A618-3BF18F7C0C45}">
      <dsp:nvSpPr>
        <dsp:cNvPr id="0" name=""/>
        <dsp:cNvSpPr/>
      </dsp:nvSpPr>
      <dsp:spPr>
        <a:xfrm>
          <a:off x="0" y="4895945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425793-BA4D-4A20-871F-126739E38C6C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24F7D3-499D-48A4-AC85-A8002A0361C3}">
      <dsp:nvSpPr>
        <dsp:cNvPr id="0" name=""/>
        <dsp:cNvSpPr/>
      </dsp:nvSpPr>
      <dsp:spPr>
        <a:xfrm>
          <a:off x="1129902" y="4895945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Dashboard &amp; Watch Your Watts</a:t>
          </a:r>
          <a:endParaRPr lang="en-US" sz="1900" kern="1200"/>
        </a:p>
      </dsp:txBody>
      <dsp:txXfrm>
        <a:off x="1129902" y="4895945"/>
        <a:ext cx="5171698" cy="9782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D97FF4-5E04-4887-9DB7-80568F2CC36D}">
      <dsp:nvSpPr>
        <dsp:cNvPr id="0" name=""/>
        <dsp:cNvSpPr/>
      </dsp:nvSpPr>
      <dsp:spPr>
        <a:xfrm>
          <a:off x="1212569" y="987197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2E625D-77EB-4453-9B9D-B8A8C01C427E}">
      <dsp:nvSpPr>
        <dsp:cNvPr id="0" name=""/>
        <dsp:cNvSpPr/>
      </dsp:nvSpPr>
      <dsp:spPr>
        <a:xfrm>
          <a:off x="417971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kern="1200" dirty="0">
              <a:solidFill>
                <a:srgbClr val="1E293B"/>
              </a:solidFill>
            </a:rPr>
            <a:t>Login &amp; Sign-up</a:t>
          </a:r>
          <a:endParaRPr lang="en-US" sz="3500" kern="1200" dirty="0">
            <a:solidFill>
              <a:srgbClr val="1E293B"/>
            </a:solidFill>
          </a:endParaRPr>
        </a:p>
      </dsp:txBody>
      <dsp:txXfrm>
        <a:off x="417971" y="2644140"/>
        <a:ext cx="2889450" cy="720000"/>
      </dsp:txXfrm>
    </dsp:sp>
    <dsp:sp modelId="{CF9FEDF0-169F-4136-95B5-9C18B43C73E6}">
      <dsp:nvSpPr>
        <dsp:cNvPr id="0" name=""/>
        <dsp:cNvSpPr/>
      </dsp:nvSpPr>
      <dsp:spPr>
        <a:xfrm>
          <a:off x="4607673" y="987197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F8EA32-FE72-4253-A61D-65EC256EA85A}">
      <dsp:nvSpPr>
        <dsp:cNvPr id="0" name=""/>
        <dsp:cNvSpPr/>
      </dsp:nvSpPr>
      <dsp:spPr>
        <a:xfrm>
          <a:off x="3813075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kern="1200" dirty="0">
              <a:solidFill>
                <a:srgbClr val="1E293B"/>
              </a:solidFill>
            </a:rPr>
            <a:t>Map My House</a:t>
          </a:r>
          <a:endParaRPr lang="en-US" sz="3500" kern="1200" dirty="0">
            <a:solidFill>
              <a:srgbClr val="1E293B"/>
            </a:solidFill>
          </a:endParaRPr>
        </a:p>
      </dsp:txBody>
      <dsp:txXfrm>
        <a:off x="3813075" y="2644140"/>
        <a:ext cx="2889450" cy="720000"/>
      </dsp:txXfrm>
    </dsp:sp>
    <dsp:sp modelId="{F7D388A0-4C46-4E55-AC76-873238678C49}">
      <dsp:nvSpPr>
        <dsp:cNvPr id="0" name=""/>
        <dsp:cNvSpPr/>
      </dsp:nvSpPr>
      <dsp:spPr>
        <a:xfrm>
          <a:off x="8002777" y="987197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2146C6-B41D-446B-932D-658907B640C2}">
      <dsp:nvSpPr>
        <dsp:cNvPr id="0" name=""/>
        <dsp:cNvSpPr/>
      </dsp:nvSpPr>
      <dsp:spPr>
        <a:xfrm>
          <a:off x="7208178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kern="1200" dirty="0">
              <a:solidFill>
                <a:srgbClr val="1E293B"/>
              </a:solidFill>
            </a:rPr>
            <a:t>My Appliances</a:t>
          </a:r>
          <a:endParaRPr lang="en-US" sz="3500" kern="1200" dirty="0">
            <a:solidFill>
              <a:srgbClr val="1E293B"/>
            </a:solidFill>
          </a:endParaRPr>
        </a:p>
      </dsp:txBody>
      <dsp:txXfrm>
        <a:off x="7208178" y="2644140"/>
        <a:ext cx="28894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E6925-C78C-93A9-A3CD-C5F0592DFF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D0E2D3-A2BC-DEE3-598A-58E480742B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F1634-7439-BB61-241A-8297FB4D4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253F9-FAC6-48EC-AEB9-4677B1C8377A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A2CBA-4EA1-10AB-24ED-14B23212B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F12E0-D540-0C91-E18D-A1C753E3B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D79B9-7B77-4BEC-987B-BA1F81C616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3640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99066-B1F3-4250-A6C7-BDA0084CE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676E2-E712-EC0A-0BBF-BF090DFF3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21006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F5897-9D5B-43F7-0B29-82A92434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01256-7749-66BB-3DAF-786BBFD5C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49C3D-0E1A-1418-617C-6F6704176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253F9-FAC6-48EC-AEB9-4677B1C8377A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A7E4E-4781-F979-4490-504FDB865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CDF3C-9C12-1748-9963-D546E8B3B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D79B9-7B77-4BEC-987B-BA1F81C616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2458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2D8D7-9EC7-1FAC-A750-D85134450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48247-81EF-EC03-B01E-14A08E711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7B16FE-D259-BA3D-6D98-8ADE038E4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363A8A-3852-B37D-097C-8945FA21E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253F9-FAC6-48EC-AEB9-4677B1C8377A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301B08-CB8E-1ED4-7DE7-4BFC62A5F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6698A3-D1EA-3252-F677-BF318E69E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D79B9-7B77-4BEC-987B-BA1F81C616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7686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DC78B-EF0C-3166-43E0-52F419BCC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862E96-587F-2EE4-C9EF-CEC236672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F0DD57-E3A8-85A9-5589-3BF5C1E1B6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979250-4210-00E2-60BF-48509B268D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8A0691-76AF-542B-EB46-49A42E5668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353A62-F86B-AE2C-7EEF-9BE037559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253F9-FAC6-48EC-AEB9-4677B1C8377A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D2F1CA-5DDE-9790-2195-B44C5C58F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14115D-9235-A705-D5A6-7629E15CD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D79B9-7B77-4BEC-987B-BA1F81C616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622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F6C52-B770-276B-EC11-38321A0DC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81143-8E93-41CE-072D-CD8B6A0EA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253F9-FAC6-48EC-AEB9-4677B1C8377A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4CFA86-13B6-724A-D404-CEBCEE1AF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2F1B56-9D46-70B3-0E09-0C7F81D7F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D79B9-7B77-4BEC-987B-BA1F81C616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5164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984C68-A49E-0008-25A5-94F418680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253F9-FAC6-48EC-AEB9-4677B1C8377A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35138F-43EF-44A3-B92C-33CC85310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B3B592-4CA9-5AE4-40C1-F9069E796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D79B9-7B77-4BEC-987B-BA1F81C616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9701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38E66-48F4-6306-519E-4320149E9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E5105-AC1B-6E88-8C4A-98074D0C5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F89AEB-8AF5-7815-CE45-620228EB3E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02198-E809-17E9-FDF8-DE937F035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253F9-FAC6-48EC-AEB9-4677B1C8377A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9822A4-8016-9A12-221F-57E4AC696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528050-321A-752A-1FE3-6FE011348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D79B9-7B77-4BEC-987B-BA1F81C616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6694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DBB96-A26C-67AF-B9BD-6EBF74FB5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9A696A-8D47-BA25-3AE2-4519F18F57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1581AC-D041-FED6-D78F-EE55DE9793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84A7A7-5A19-C268-5372-05725DCB2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253F9-FAC6-48EC-AEB9-4677B1C8377A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012CFC-D34F-F915-DE9E-71A207AF9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4586E5-17B5-7B15-812E-89D63D408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D79B9-7B77-4BEC-987B-BA1F81C616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5413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BC290-17E9-F034-7F3F-7293BFBD4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6A0FF5-6030-AE96-5C2F-33C955DFC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1E52E-8BE9-1DB0-27C9-26EDB5F39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253F9-FAC6-48EC-AEB9-4677B1C8377A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36781-BFA6-91F9-A8C3-FE13268CE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84541-5992-A3B6-6A3F-11BA6D3B4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D79B9-7B77-4BEC-987B-BA1F81C616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1926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6B8C08-C1AB-6EC6-0899-538895381A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B03E76-FCC9-3E55-51EE-DDBBA3E215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1972E-F3B6-66BA-2987-6E1F6D42F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253F9-FAC6-48EC-AEB9-4677B1C8377A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A3FA8-2A3B-9A32-D00D-1583CD992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EC4F2-0C4A-1767-680C-3C5C41A5A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D79B9-7B77-4BEC-987B-BA1F81C616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2819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E6FB9C-843A-959B-811C-96FA0658B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705DE0-0332-FA51-95BF-FBA2C3E4E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C4860-B913-9F2B-9D9D-69FB3709D3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9253F9-FAC6-48EC-AEB9-4677B1C8377A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6B9DA-B909-B66D-2A38-394E5B8672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53D72-F406-EB0A-5E65-32C1770F74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2D79B9-7B77-4BEC-987B-BA1F81C616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645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Rectangle 201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4" name="Freeform: Shape 203">
            <a:extLst>
              <a:ext uri="{FF2B5EF4-FFF2-40B4-BE49-F238E27FC236}">
                <a16:creationId xmlns:a16="http://schemas.microsoft.com/office/drawing/2014/main" id="{8CF5E676-CA04-4CED-9F1E-5026ED66E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2833068" cy="2997599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06" name="Freeform: Shape 205">
            <a:extLst>
              <a:ext uri="{FF2B5EF4-FFF2-40B4-BE49-F238E27FC236}">
                <a16:creationId xmlns:a16="http://schemas.microsoft.com/office/drawing/2014/main" id="{AFD1189F-9598-4281-8056-2845388D4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3068" cy="2997599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08" name="Freeform: Shape 207">
            <a:extLst>
              <a:ext uri="{FF2B5EF4-FFF2-40B4-BE49-F238E27FC236}">
                <a16:creationId xmlns:a16="http://schemas.microsoft.com/office/drawing/2014/main" id="{583E04E1-D74F-4ED6-972C-035F4FEC4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0" name="Freeform: Shape 209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E51A97D9-C694-4307-818B-0C5BBF413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21053" y="819446"/>
            <a:ext cx="6964685" cy="5402463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2C1D3151-5F97-4860-B56C-C98BD62CC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21053" y="819446"/>
            <a:ext cx="6964685" cy="5402463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8DE96824-E506-4448-8704-5EC7BF7BC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13658" y="727769"/>
            <a:ext cx="6964685" cy="5402463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17330E-F925-C903-5F03-5396DEBD18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6765" y="1495956"/>
            <a:ext cx="6418471" cy="2692050"/>
          </a:xfrm>
        </p:spPr>
        <p:txBody>
          <a:bodyPr>
            <a:normAutofit/>
          </a:bodyPr>
          <a:lstStyle/>
          <a:p>
            <a:r>
              <a:rPr lang="en-GB" sz="5400" b="1" dirty="0">
                <a:solidFill>
                  <a:schemeClr val="bg1"/>
                </a:solidFill>
              </a:rPr>
              <a:t>Currently.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E13AE0-BE17-4C9B-44E8-A12F3E6AA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86765" y="4414123"/>
            <a:ext cx="6418471" cy="1017915"/>
          </a:xfrm>
        </p:spPr>
        <p:txBody>
          <a:bodyPr>
            <a:normAutofit/>
          </a:bodyPr>
          <a:lstStyle/>
          <a:p>
            <a:r>
              <a:rPr lang="en-GB" sz="1600" b="1" dirty="0">
                <a:solidFill>
                  <a:schemeClr val="bg1"/>
                </a:solidFill>
              </a:rPr>
              <a:t>Liam Connell</a:t>
            </a:r>
          </a:p>
          <a:p>
            <a:r>
              <a:rPr lang="en-GB" sz="1600" b="1" dirty="0">
                <a:solidFill>
                  <a:schemeClr val="bg1"/>
                </a:solidFill>
              </a:rPr>
              <a:t>X22511759</a:t>
            </a:r>
          </a:p>
          <a:p>
            <a:r>
              <a:rPr lang="en-GB" sz="1600" b="1" dirty="0">
                <a:solidFill>
                  <a:schemeClr val="bg1"/>
                </a:solidFill>
              </a:rPr>
              <a:t>Household Appliance </a:t>
            </a:r>
            <a:r>
              <a:rPr lang="en-GB" sz="1600" b="1">
                <a:solidFill>
                  <a:schemeClr val="bg1"/>
                </a:solidFill>
              </a:rPr>
              <a:t>Energy Monitoring System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218" name="Freeform: Shape 217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7769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20" name="Graphic 212">
            <a:extLst>
              <a:ext uri="{FF2B5EF4-FFF2-40B4-BE49-F238E27FC236}">
                <a16:creationId xmlns:a16="http://schemas.microsoft.com/office/drawing/2014/main" id="{4FB204DF-284E-45F6-A017-79A4DF57B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75326" y="343675"/>
            <a:ext cx="768186" cy="768186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22" name="Graphic 212">
            <a:extLst>
              <a:ext uri="{FF2B5EF4-FFF2-40B4-BE49-F238E27FC236}">
                <a16:creationId xmlns:a16="http://schemas.microsoft.com/office/drawing/2014/main" id="{5EC6B544-8C84-47A6-885D-A4F09EF5C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75326" y="343675"/>
            <a:ext cx="768186" cy="768186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24" name="Freeform: Shape 223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67504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32C95C5C-6FBD-47FF-9CA6-066193539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7140" y="5100276"/>
            <a:ext cx="515928" cy="51592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7140" y="5100276"/>
            <a:ext cx="515928" cy="51592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30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54077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oup of people standing next to a phone&#10;&#10;AI-generated content may be incorrect.">
            <a:extLst>
              <a:ext uri="{FF2B5EF4-FFF2-40B4-BE49-F238E27FC236}">
                <a16:creationId xmlns:a16="http://schemas.microsoft.com/office/drawing/2014/main" id="{3E4FA8BC-D1F7-9B35-C5A2-23CCE712CA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59" r="16150"/>
          <a:stretch>
            <a:fillRect/>
          </a:stretch>
        </p:blipFill>
        <p:spPr>
          <a:xfrm>
            <a:off x="3306519" y="1587"/>
            <a:ext cx="4846882" cy="6856413"/>
          </a:xfrm>
          <a:custGeom>
            <a:avLst/>
            <a:gdLst/>
            <a:ahLst/>
            <a:cxnLst/>
            <a:rect l="l" t="t" r="r" b="b"/>
            <a:pathLst>
              <a:path w="5110407" h="6856413">
                <a:moveTo>
                  <a:pt x="121782" y="0"/>
                </a:moveTo>
                <a:lnTo>
                  <a:pt x="4731440" y="0"/>
                </a:lnTo>
                <a:lnTo>
                  <a:pt x="4775629" y="179775"/>
                </a:lnTo>
                <a:cubicBezTo>
                  <a:pt x="5052916" y="1415453"/>
                  <a:pt x="5165791" y="2739148"/>
                  <a:pt x="5084710" y="4108260"/>
                </a:cubicBezTo>
                <a:cubicBezTo>
                  <a:pt x="5038379" y="4890611"/>
                  <a:pt x="4930907" y="5650759"/>
                  <a:pt x="4768709" y="6381464"/>
                </a:cubicBezTo>
                <a:lnTo>
                  <a:pt x="4653290" y="6856413"/>
                </a:lnTo>
                <a:lnTo>
                  <a:pt x="0" y="6856413"/>
                </a:lnTo>
                <a:lnTo>
                  <a:pt x="21062" y="6803488"/>
                </a:lnTo>
                <a:cubicBezTo>
                  <a:pt x="355644" y="5917239"/>
                  <a:pt x="573134" y="4914171"/>
                  <a:pt x="636462" y="3844830"/>
                </a:cubicBezTo>
                <a:cubicBezTo>
                  <a:pt x="713862" y="2537857"/>
                  <a:pt x="550895" y="1302013"/>
                  <a:pt x="203879" y="236924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72FB11-B0E2-D203-0C5A-9B5BEA01D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2" y="485775"/>
            <a:ext cx="2825506" cy="5719762"/>
          </a:xfrm>
        </p:spPr>
        <p:txBody>
          <a:bodyPr>
            <a:normAutofit/>
          </a:bodyPr>
          <a:lstStyle/>
          <a:p>
            <a:r>
              <a:rPr lang="en-GB" sz="3600" b="1"/>
              <a:t>What is Currently? An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7F517-3600-5889-2799-CAC91A0B9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6925" y="485774"/>
            <a:ext cx="3292475" cy="571976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500" b="1" dirty="0"/>
              <a:t>Problem</a:t>
            </a:r>
          </a:p>
          <a:p>
            <a:r>
              <a:rPr lang="en-GB" sz="1500" dirty="0">
                <a:solidFill>
                  <a:srgbClr val="1E293B"/>
                </a:solidFill>
              </a:rPr>
              <a:t>Rising </a:t>
            </a:r>
            <a:r>
              <a:rPr lang="en-GB" sz="1500" dirty="0" err="1">
                <a:solidFill>
                  <a:srgbClr val="1E293B"/>
                </a:solidFill>
              </a:rPr>
              <a:t>electruicity</a:t>
            </a:r>
            <a:r>
              <a:rPr lang="en-GB" sz="1500" dirty="0">
                <a:solidFill>
                  <a:srgbClr val="1E293B"/>
                </a:solidFill>
              </a:rPr>
              <a:t> costs</a:t>
            </a:r>
          </a:p>
          <a:p>
            <a:r>
              <a:rPr lang="en-GB" sz="1500" dirty="0">
                <a:solidFill>
                  <a:srgbClr val="1E293B"/>
                </a:solidFill>
              </a:rPr>
              <a:t>Existing tools rely on smart metres/</a:t>
            </a:r>
            <a:r>
              <a:rPr lang="en-GB" sz="1500" dirty="0" err="1">
                <a:solidFill>
                  <a:srgbClr val="1E293B"/>
                </a:solidFill>
              </a:rPr>
              <a:t>hardwaere</a:t>
            </a:r>
            <a:endParaRPr lang="en-GB" sz="1500" dirty="0">
              <a:solidFill>
                <a:srgbClr val="1E293B"/>
              </a:solidFill>
            </a:endParaRPr>
          </a:p>
          <a:p>
            <a:r>
              <a:rPr lang="en-GB" sz="1500" dirty="0">
                <a:solidFill>
                  <a:srgbClr val="1E293B"/>
                </a:solidFill>
              </a:rPr>
              <a:t>Users lack appliance level </a:t>
            </a:r>
            <a:r>
              <a:rPr lang="en-GB" sz="1500" dirty="0" err="1">
                <a:solidFill>
                  <a:srgbClr val="1E293B"/>
                </a:solidFill>
              </a:rPr>
              <a:t>understanfin</a:t>
            </a:r>
            <a:endParaRPr lang="en-GB" sz="1500" dirty="0">
              <a:solidFill>
                <a:srgbClr val="1E293B"/>
              </a:solidFill>
            </a:endParaRPr>
          </a:p>
          <a:p>
            <a:pPr marL="0" indent="0">
              <a:buNone/>
            </a:pPr>
            <a:r>
              <a:rPr lang="en-GB" sz="1500" b="1" dirty="0"/>
              <a:t>Solution</a:t>
            </a:r>
          </a:p>
          <a:p>
            <a:pPr marL="0" indent="0">
              <a:buNone/>
            </a:pPr>
            <a:r>
              <a:rPr lang="en-GB" sz="1500" dirty="0">
                <a:solidFill>
                  <a:srgbClr val="1E293B"/>
                </a:solidFill>
              </a:rPr>
              <a:t>Currently is a full stack web app that:</a:t>
            </a:r>
          </a:p>
          <a:p>
            <a:r>
              <a:rPr lang="en-GB" sz="1500" dirty="0">
                <a:solidFill>
                  <a:srgbClr val="1E293B"/>
                </a:solidFill>
              </a:rPr>
              <a:t>Models user house</a:t>
            </a:r>
          </a:p>
          <a:p>
            <a:r>
              <a:rPr lang="en-GB" sz="1500" dirty="0">
                <a:solidFill>
                  <a:srgbClr val="1E293B"/>
                </a:solidFill>
              </a:rPr>
              <a:t>Tracks appliances used in that model</a:t>
            </a:r>
          </a:p>
          <a:p>
            <a:r>
              <a:rPr lang="en-GB" sz="1500" dirty="0">
                <a:solidFill>
                  <a:srgbClr val="1E293B"/>
                </a:solidFill>
              </a:rPr>
              <a:t>Estimates costs based on appliance usage</a:t>
            </a:r>
          </a:p>
          <a:p>
            <a:r>
              <a:rPr lang="en-GB" sz="1500" dirty="0">
                <a:solidFill>
                  <a:srgbClr val="1E293B"/>
                </a:solidFill>
              </a:rPr>
              <a:t>Generates smart insights</a:t>
            </a:r>
          </a:p>
          <a:p>
            <a:pPr marL="0" indent="0">
              <a:buNone/>
            </a:pPr>
            <a:r>
              <a:rPr lang="en-GB" sz="1500" b="1" dirty="0"/>
              <a:t>Key </a:t>
            </a:r>
            <a:r>
              <a:rPr lang="en-GB" sz="1500" b="1" dirty="0" err="1"/>
              <a:t>Differenciator</a:t>
            </a:r>
            <a:endParaRPr lang="en-GB" sz="1500" b="1" dirty="0"/>
          </a:p>
          <a:p>
            <a:r>
              <a:rPr lang="en-GB" sz="1500" dirty="0">
                <a:solidFill>
                  <a:srgbClr val="1E293B"/>
                </a:solidFill>
              </a:rPr>
              <a:t>No hardware needed</a:t>
            </a:r>
          </a:p>
          <a:p>
            <a:r>
              <a:rPr lang="en-GB" sz="1500" dirty="0">
                <a:solidFill>
                  <a:srgbClr val="1E293B"/>
                </a:solidFill>
              </a:rPr>
              <a:t>Appliance and room level analysis</a:t>
            </a:r>
          </a:p>
          <a:p>
            <a:r>
              <a:rPr lang="en-GB" sz="1500" dirty="0">
                <a:solidFill>
                  <a:srgbClr val="1E293B"/>
                </a:solidFill>
              </a:rPr>
              <a:t>Akk user data is handled with secure focused architecture in mind</a:t>
            </a:r>
          </a:p>
        </p:txBody>
      </p:sp>
    </p:spTree>
    <p:extLst>
      <p:ext uri="{BB962C8B-B14F-4D97-AF65-F5344CB8AC3E}">
        <p14:creationId xmlns:p14="http://schemas.microsoft.com/office/powerpoint/2010/main" val="196099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0D22A-12FB-5CE9-E413-C91420126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7254" y="525439"/>
            <a:ext cx="3336545" cy="1657614"/>
          </a:xfrm>
        </p:spPr>
        <p:txBody>
          <a:bodyPr>
            <a:normAutofit/>
          </a:bodyPr>
          <a:lstStyle/>
          <a:p>
            <a:pPr algn="r"/>
            <a:r>
              <a:rPr lang="en-GB" sz="3600" b="1" dirty="0"/>
              <a:t>Technologies &amp; Tools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94C877-B242-73F9-C214-787198E6E3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0765280">
            <a:off x="437261" y="375320"/>
            <a:ext cx="3848658" cy="3848658"/>
          </a:xfrm>
          <a:prstGeom prst="rect">
            <a:avLst/>
          </a:prstGeom>
        </p:spPr>
      </p:pic>
      <p:pic>
        <p:nvPicPr>
          <p:cNvPr id="9" name="Picture 8" descr="A blue and black symbol&#10;&#10;AI-generated content may be incorrect.">
            <a:extLst>
              <a:ext uri="{FF2B5EF4-FFF2-40B4-BE49-F238E27FC236}">
                <a16:creationId xmlns:a16="http://schemas.microsoft.com/office/drawing/2014/main" id="{3A2EC0F5-8599-4210-2921-F56C3C783B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38532">
            <a:off x="5289270" y="375320"/>
            <a:ext cx="1862485" cy="1657612"/>
          </a:xfrm>
          <a:prstGeom prst="rect">
            <a:avLst/>
          </a:prstGeom>
        </p:spPr>
      </p:pic>
      <p:pic>
        <p:nvPicPr>
          <p:cNvPr id="11" name="Picture 10" descr="A logo with colorful lines&#10;&#10;AI-generated content may be incorrect.">
            <a:extLst>
              <a:ext uri="{FF2B5EF4-FFF2-40B4-BE49-F238E27FC236}">
                <a16:creationId xmlns:a16="http://schemas.microsoft.com/office/drawing/2014/main" id="{486332EA-DFEA-0CF8-D77F-86573CFD22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31174">
            <a:off x="5317111" y="2424609"/>
            <a:ext cx="1799367" cy="1799367"/>
          </a:xfrm>
          <a:prstGeom prst="rect">
            <a:avLst/>
          </a:prstGeom>
        </p:spPr>
      </p:pic>
      <p:pic>
        <p:nvPicPr>
          <p:cNvPr id="15" name="Picture 14" descr="A green shield with a keyhole&#10;&#10;AI-generated content may be incorrect.">
            <a:extLst>
              <a:ext uri="{FF2B5EF4-FFF2-40B4-BE49-F238E27FC236}">
                <a16:creationId xmlns:a16="http://schemas.microsoft.com/office/drawing/2014/main" id="{710B5DC1-A33D-74CD-AB47-AE44CC6C9D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076" y="4911833"/>
            <a:ext cx="1448019" cy="1448019"/>
          </a:xfrm>
          <a:prstGeom prst="rect">
            <a:avLst/>
          </a:prstGeom>
        </p:spPr>
      </p:pic>
      <p:pic>
        <p:nvPicPr>
          <p:cNvPr id="13" name="Picture 12" descr="A black and white logo&#10;&#10;AI-generated content may be incorrect.">
            <a:extLst>
              <a:ext uri="{FF2B5EF4-FFF2-40B4-BE49-F238E27FC236}">
                <a16:creationId xmlns:a16="http://schemas.microsoft.com/office/drawing/2014/main" id="{1991A46F-6E52-ADD2-80D3-CE56183443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07684">
            <a:off x="2761748" y="4911833"/>
            <a:ext cx="1448024" cy="1448024"/>
          </a:xfrm>
          <a:prstGeom prst="rect">
            <a:avLst/>
          </a:prstGeom>
        </p:spPr>
      </p:pic>
      <p:pic>
        <p:nvPicPr>
          <p:cNvPr id="5" name="Picture 4" descr="A blue logo with a feather&#10;&#10;AI-generated content may be incorrect.">
            <a:extLst>
              <a:ext uri="{FF2B5EF4-FFF2-40B4-BE49-F238E27FC236}">
                <a16:creationId xmlns:a16="http://schemas.microsoft.com/office/drawing/2014/main" id="{F21E654D-E9C6-6D7F-C37E-211D63EAB8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92459">
            <a:off x="4910088" y="5015106"/>
            <a:ext cx="2628286" cy="124186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C85EB-B051-6A00-F857-49D64A792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01857" y="2299649"/>
            <a:ext cx="3336546" cy="39024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000" dirty="0">
                <a:solidFill>
                  <a:srgbClr val="1E293B"/>
                </a:solidFill>
              </a:rPr>
              <a:t>• React + CSS (Frontend)</a:t>
            </a:r>
            <a:br>
              <a:rPr lang="en-GB" sz="2000" dirty="0">
                <a:solidFill>
                  <a:srgbClr val="1E293B"/>
                </a:solidFill>
              </a:rPr>
            </a:br>
            <a:r>
              <a:rPr lang="en-GB" sz="2000" dirty="0">
                <a:solidFill>
                  <a:srgbClr val="1E293B"/>
                </a:solidFill>
              </a:rPr>
              <a:t>• Java Spring Boot (Backend)</a:t>
            </a:r>
            <a:br>
              <a:rPr lang="en-GB" sz="2000" dirty="0">
                <a:solidFill>
                  <a:srgbClr val="1E293B"/>
                </a:solidFill>
              </a:rPr>
            </a:br>
            <a:r>
              <a:rPr lang="en-GB" sz="2000" dirty="0">
                <a:solidFill>
                  <a:srgbClr val="1E293B"/>
                </a:solidFill>
              </a:rPr>
              <a:t>• SQLite (Dev) → PostgreSQL (Deployment)</a:t>
            </a:r>
            <a:br>
              <a:rPr lang="en-GB" sz="2000" dirty="0">
                <a:solidFill>
                  <a:srgbClr val="1E293B"/>
                </a:solidFill>
              </a:rPr>
            </a:br>
            <a:r>
              <a:rPr lang="en-GB" sz="2000" dirty="0">
                <a:solidFill>
                  <a:srgbClr val="1E293B"/>
                </a:solidFill>
              </a:rPr>
              <a:t>• JSON appliance dataset</a:t>
            </a:r>
            <a:br>
              <a:rPr lang="en-GB" sz="2000" dirty="0">
                <a:solidFill>
                  <a:srgbClr val="1E293B"/>
                </a:solidFill>
              </a:rPr>
            </a:br>
            <a:r>
              <a:rPr lang="en-GB" sz="2000" dirty="0">
                <a:solidFill>
                  <a:srgbClr val="1E293B"/>
                </a:solidFill>
              </a:rPr>
              <a:t>• JWT &amp; Spring Security</a:t>
            </a:r>
            <a:br>
              <a:rPr lang="en-GB" sz="2000" dirty="0">
                <a:solidFill>
                  <a:srgbClr val="1E293B"/>
                </a:solidFill>
              </a:rPr>
            </a:br>
            <a:r>
              <a:rPr lang="en-GB" sz="2000" dirty="0">
                <a:solidFill>
                  <a:srgbClr val="1E293B"/>
                </a:solidFill>
              </a:rPr>
              <a:t>• Notion for Project Management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22A5670-0F7B-4199-AEAB-33FBA9CEA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627" y="-1"/>
            <a:ext cx="0" cy="6858001"/>
          </a:xfrm>
          <a:prstGeom prst="line">
            <a:avLst/>
          </a:prstGeom>
          <a:ln w="3810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BB1744D-A7DF-4B65-B6E3-DCF12BB2D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627" y="2228770"/>
            <a:ext cx="2877035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82DD753-EA38-4E86-91FB-05041A44A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4567905"/>
            <a:ext cx="7530662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DA63E78-7704-45EF-B5D3-EADDF5D82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1218591" y="5706812"/>
            <a:ext cx="2286000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3088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D2149A-1606-6062-D5AE-E91922FE6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Testing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AECFC7F-409C-F87F-F257-7BCD1C043C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3169756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056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D2865-9FD4-3519-F870-ECAE73D51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Demonstration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B089F0-74B8-B746-EA43-6D5D95FF06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878143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63910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10B981"/>
      </a:dk1>
      <a:lt1>
        <a:srgbClr val="F3F4F6"/>
      </a:lt1>
      <a:dk2>
        <a:srgbClr val="111827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159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Currently.</vt:lpstr>
      <vt:lpstr>What is Currently? An Overview</vt:lpstr>
      <vt:lpstr>Technologies &amp; Tools</vt:lpstr>
      <vt:lpstr>Testing</vt:lpstr>
      <vt:lpstr>Demonstration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liam connell</dc:creator>
  <cp:lastModifiedBy>liam connell</cp:lastModifiedBy>
  <cp:revision>2</cp:revision>
  <dcterms:created xsi:type="dcterms:W3CDTF">2025-12-12T16:32:09Z</dcterms:created>
  <dcterms:modified xsi:type="dcterms:W3CDTF">2026-05-11T22:23:47Z</dcterms:modified>
</cp:coreProperties>
</file>